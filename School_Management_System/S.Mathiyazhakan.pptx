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29" r:id="rId1"/>
  </p:sldMasterIdLst>
  <p:sldIdLst>
    <p:sldId id="276" r:id="rId2"/>
    <p:sldId id="277" r:id="rId3"/>
    <p:sldId id="278" r:id="rId4"/>
    <p:sldId id="279" r:id="rId5"/>
    <p:sldId id="280" r:id="rId6"/>
    <p:sldId id="281" r:id="rId7"/>
    <p:sldId id="282" r:id="rId8"/>
    <p:sldId id="283" r:id="rId9"/>
    <p:sldId id="284" r:id="rId10"/>
    <p:sldId id="285" r:id="rId11"/>
    <p:sldId id="286" r:id="rId12"/>
    <p:sldId id="287" r:id="rId13"/>
    <p:sldId id="288" r:id="rId14"/>
    <p:sldId id="28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D2AC67-8685-2E56-0915-24036E916232}" v="587" dt="2024-06-10T18:35:00.0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733CC9-A4BD-4415-99BF-9B8D477E7E30}"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1B0E54E9-3764-4F8A-9169-565DD9C29841}">
      <dgm:prSet/>
      <dgm:spPr/>
      <dgm:t>
        <a:bodyPr/>
        <a:lstStyle/>
        <a:p>
          <a:pPr>
            <a:lnSpc>
              <a:spcPct val="100000"/>
            </a:lnSpc>
          </a:pPr>
          <a:r>
            <a:rPr lang="en-US" dirty="0">
              <a:latin typeface="Times New Roman"/>
              <a:cs typeface="Times New Roman"/>
            </a:rPr>
            <a:t>Manual and time-consuming administrative tasks.</a:t>
          </a:r>
        </a:p>
      </dgm:t>
    </dgm:pt>
    <dgm:pt modelId="{D4DFD4FF-C146-4761-A9AD-1910E0C8AC87}" type="parTrans" cxnId="{8EB0DF4B-0B2A-445E-88D8-7E6C6255761F}">
      <dgm:prSet/>
      <dgm:spPr/>
      <dgm:t>
        <a:bodyPr/>
        <a:lstStyle/>
        <a:p>
          <a:endParaRPr lang="en-US"/>
        </a:p>
      </dgm:t>
    </dgm:pt>
    <dgm:pt modelId="{88987D54-532F-4901-A968-FA1062C75152}" type="sibTrans" cxnId="{8EB0DF4B-0B2A-445E-88D8-7E6C6255761F}">
      <dgm:prSet/>
      <dgm:spPr/>
      <dgm:t>
        <a:bodyPr/>
        <a:lstStyle/>
        <a:p>
          <a:endParaRPr lang="en-US"/>
        </a:p>
      </dgm:t>
    </dgm:pt>
    <dgm:pt modelId="{35465A5A-2FA7-4CCA-AB4F-7450ACB6982A}">
      <dgm:prSet/>
      <dgm:spPr/>
      <dgm:t>
        <a:bodyPr/>
        <a:lstStyle/>
        <a:p>
          <a:pPr>
            <a:lnSpc>
              <a:spcPct val="100000"/>
            </a:lnSpc>
          </a:pPr>
          <a:r>
            <a:rPr lang="en-US" dirty="0">
              <a:latin typeface="Times New Roman"/>
              <a:cs typeface="Times New Roman"/>
            </a:rPr>
            <a:t>Inefficiencies and errors in student and teacher enrollment.</a:t>
          </a:r>
        </a:p>
      </dgm:t>
    </dgm:pt>
    <dgm:pt modelId="{7ED25E2C-A0DA-4980-AA05-C66DD194BE8C}" type="parTrans" cxnId="{A3ADB355-609C-47CD-9447-E4FA4BEB5B48}">
      <dgm:prSet/>
      <dgm:spPr/>
      <dgm:t>
        <a:bodyPr/>
        <a:lstStyle/>
        <a:p>
          <a:endParaRPr lang="en-US"/>
        </a:p>
      </dgm:t>
    </dgm:pt>
    <dgm:pt modelId="{235097C1-701B-4988-8175-20C8808584A1}" type="sibTrans" cxnId="{A3ADB355-609C-47CD-9447-E4FA4BEB5B48}">
      <dgm:prSet/>
      <dgm:spPr/>
      <dgm:t>
        <a:bodyPr/>
        <a:lstStyle/>
        <a:p>
          <a:endParaRPr lang="en-US"/>
        </a:p>
      </dgm:t>
    </dgm:pt>
    <dgm:pt modelId="{5EACF445-F665-48FD-95F2-B8A766EE9643}">
      <dgm:prSet/>
      <dgm:spPr/>
      <dgm:t>
        <a:bodyPr/>
        <a:lstStyle/>
        <a:p>
          <a:pPr>
            <a:lnSpc>
              <a:spcPct val="100000"/>
            </a:lnSpc>
          </a:pPr>
          <a:r>
            <a:rPr lang="en-US" dirty="0">
              <a:latin typeface="Times New Roman"/>
              <a:cs typeface="Times New Roman"/>
            </a:rPr>
            <a:t>Difficulty in managing and analyzing vast amounts of data.</a:t>
          </a:r>
        </a:p>
      </dgm:t>
    </dgm:pt>
    <dgm:pt modelId="{A2F09AEE-3279-466A-A819-9F3322C1A60D}" type="parTrans" cxnId="{FC47BAB5-9348-4B0D-9491-B1A1F39DF608}">
      <dgm:prSet/>
      <dgm:spPr/>
      <dgm:t>
        <a:bodyPr/>
        <a:lstStyle/>
        <a:p>
          <a:endParaRPr lang="en-US"/>
        </a:p>
      </dgm:t>
    </dgm:pt>
    <dgm:pt modelId="{06669BAE-F412-4F8E-AC4B-392BC0883528}" type="sibTrans" cxnId="{FC47BAB5-9348-4B0D-9491-B1A1F39DF608}">
      <dgm:prSet/>
      <dgm:spPr/>
      <dgm:t>
        <a:bodyPr/>
        <a:lstStyle/>
        <a:p>
          <a:endParaRPr lang="en-US"/>
        </a:p>
      </dgm:t>
    </dgm:pt>
    <dgm:pt modelId="{CE2349DF-37C3-4165-AC05-FCCAC04EC127}">
      <dgm:prSet/>
      <dgm:spPr/>
      <dgm:t>
        <a:bodyPr/>
        <a:lstStyle/>
        <a:p>
          <a:pPr>
            <a:lnSpc>
              <a:spcPct val="100000"/>
            </a:lnSpc>
          </a:pPr>
          <a:r>
            <a:rPr lang="en-US" dirty="0">
              <a:latin typeface="Times New Roman"/>
              <a:cs typeface="Times New Roman"/>
            </a:rPr>
            <a:t>Compromised privacy and confidentiality of personal data.</a:t>
          </a:r>
        </a:p>
      </dgm:t>
    </dgm:pt>
    <dgm:pt modelId="{336805E3-6B83-42B3-96B6-A49E08EC90FE}" type="parTrans" cxnId="{A7BCCC8F-7AF7-42DF-96D4-93AA494598CB}">
      <dgm:prSet/>
      <dgm:spPr/>
      <dgm:t>
        <a:bodyPr/>
        <a:lstStyle/>
        <a:p>
          <a:endParaRPr lang="en-US"/>
        </a:p>
      </dgm:t>
    </dgm:pt>
    <dgm:pt modelId="{BFA25FF6-7A5D-4469-A2B1-811359FF334E}" type="sibTrans" cxnId="{A7BCCC8F-7AF7-42DF-96D4-93AA494598CB}">
      <dgm:prSet/>
      <dgm:spPr/>
      <dgm:t>
        <a:bodyPr/>
        <a:lstStyle/>
        <a:p>
          <a:endParaRPr lang="en-US"/>
        </a:p>
      </dgm:t>
    </dgm:pt>
    <dgm:pt modelId="{99086CAD-590F-449F-AA6C-0B8BCC474206}">
      <dgm:prSet/>
      <dgm:spPr/>
      <dgm:t>
        <a:bodyPr/>
        <a:lstStyle/>
        <a:p>
          <a:pPr>
            <a:lnSpc>
              <a:spcPct val="100000"/>
            </a:lnSpc>
          </a:pPr>
          <a:r>
            <a:rPr lang="en-US" dirty="0">
              <a:latin typeface="Times New Roman"/>
              <a:cs typeface="Times New Roman"/>
            </a:rPr>
            <a:t>Ineffective communication between teachers, students, and administrators.</a:t>
          </a:r>
        </a:p>
      </dgm:t>
    </dgm:pt>
    <dgm:pt modelId="{2C3A7933-72B7-4079-B741-B7583FF27D07}" type="parTrans" cxnId="{967F183C-8DF0-4091-B952-15C04C81CC73}">
      <dgm:prSet/>
      <dgm:spPr/>
      <dgm:t>
        <a:bodyPr/>
        <a:lstStyle/>
        <a:p>
          <a:endParaRPr lang="en-US"/>
        </a:p>
      </dgm:t>
    </dgm:pt>
    <dgm:pt modelId="{BCA7403F-8949-421D-A832-5E1899CCB6D2}" type="sibTrans" cxnId="{967F183C-8DF0-4091-B952-15C04C81CC73}">
      <dgm:prSet/>
      <dgm:spPr/>
      <dgm:t>
        <a:bodyPr/>
        <a:lstStyle/>
        <a:p>
          <a:endParaRPr lang="en-US"/>
        </a:p>
      </dgm:t>
    </dgm:pt>
    <dgm:pt modelId="{B9871FD5-B908-4C2F-ABDA-035591930D9C}" type="pres">
      <dgm:prSet presAssocID="{21733CC9-A4BD-4415-99BF-9B8D477E7E30}" presName="root" presStyleCnt="0">
        <dgm:presLayoutVars>
          <dgm:dir/>
          <dgm:resizeHandles val="exact"/>
        </dgm:presLayoutVars>
      </dgm:prSet>
      <dgm:spPr/>
    </dgm:pt>
    <dgm:pt modelId="{F2FC9AE7-B275-4DE2-B841-A05DAC0AA114}" type="pres">
      <dgm:prSet presAssocID="{1B0E54E9-3764-4F8A-9169-565DD9C29841}" presName="compNode" presStyleCnt="0"/>
      <dgm:spPr/>
    </dgm:pt>
    <dgm:pt modelId="{61C0B01B-D5AA-47AE-BC00-975D78C0A289}" type="pres">
      <dgm:prSet presAssocID="{1B0E54E9-3764-4F8A-9169-565DD9C29841}" presName="bgRect" presStyleLbl="bgShp" presStyleIdx="0" presStyleCnt="5"/>
      <dgm:spPr/>
    </dgm:pt>
    <dgm:pt modelId="{4BD939A9-63D3-43B5-8BA4-EAD7B9764584}" type="pres">
      <dgm:prSet presAssocID="{1B0E54E9-3764-4F8A-9169-565DD9C29841}"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ierarchy"/>
        </a:ext>
      </dgm:extLst>
    </dgm:pt>
    <dgm:pt modelId="{43C97892-9487-4A9B-800D-8553F87B0E5E}" type="pres">
      <dgm:prSet presAssocID="{1B0E54E9-3764-4F8A-9169-565DD9C29841}" presName="spaceRect" presStyleCnt="0"/>
      <dgm:spPr/>
    </dgm:pt>
    <dgm:pt modelId="{07CF9052-89D7-408B-A0D6-5E14F081543D}" type="pres">
      <dgm:prSet presAssocID="{1B0E54E9-3764-4F8A-9169-565DD9C29841}" presName="parTx" presStyleLbl="revTx" presStyleIdx="0" presStyleCnt="5">
        <dgm:presLayoutVars>
          <dgm:chMax val="0"/>
          <dgm:chPref val="0"/>
        </dgm:presLayoutVars>
      </dgm:prSet>
      <dgm:spPr/>
    </dgm:pt>
    <dgm:pt modelId="{BE7796B3-DD12-4CBF-8C1A-61471350A241}" type="pres">
      <dgm:prSet presAssocID="{88987D54-532F-4901-A968-FA1062C75152}" presName="sibTrans" presStyleCnt="0"/>
      <dgm:spPr/>
    </dgm:pt>
    <dgm:pt modelId="{356BEA67-8898-4710-9C53-0E3C4C30C30E}" type="pres">
      <dgm:prSet presAssocID="{35465A5A-2FA7-4CCA-AB4F-7450ACB6982A}" presName="compNode" presStyleCnt="0"/>
      <dgm:spPr/>
    </dgm:pt>
    <dgm:pt modelId="{0C5183C5-DFA3-4D03-ACD9-35A430F29995}" type="pres">
      <dgm:prSet presAssocID="{35465A5A-2FA7-4CCA-AB4F-7450ACB6982A}" presName="bgRect" presStyleLbl="bgShp" presStyleIdx="1" presStyleCnt="5"/>
      <dgm:spPr/>
    </dgm:pt>
    <dgm:pt modelId="{1D413C73-E48B-497A-AB59-A910EF01AE97}" type="pres">
      <dgm:prSet presAssocID="{35465A5A-2FA7-4CCA-AB4F-7450ACB6982A}"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lassroom"/>
        </a:ext>
      </dgm:extLst>
    </dgm:pt>
    <dgm:pt modelId="{303D04B6-2CFA-45F7-A27E-FEDD8B5B5508}" type="pres">
      <dgm:prSet presAssocID="{35465A5A-2FA7-4CCA-AB4F-7450ACB6982A}" presName="spaceRect" presStyleCnt="0"/>
      <dgm:spPr/>
    </dgm:pt>
    <dgm:pt modelId="{B21516A1-0B12-4B8B-8ADA-F3FC04F35853}" type="pres">
      <dgm:prSet presAssocID="{35465A5A-2FA7-4CCA-AB4F-7450ACB6982A}" presName="parTx" presStyleLbl="revTx" presStyleIdx="1" presStyleCnt="5">
        <dgm:presLayoutVars>
          <dgm:chMax val="0"/>
          <dgm:chPref val="0"/>
        </dgm:presLayoutVars>
      </dgm:prSet>
      <dgm:spPr/>
    </dgm:pt>
    <dgm:pt modelId="{5EDEE9F9-21FC-4FF8-96D0-7D6363D82E1A}" type="pres">
      <dgm:prSet presAssocID="{235097C1-701B-4988-8175-20C8808584A1}" presName="sibTrans" presStyleCnt="0"/>
      <dgm:spPr/>
    </dgm:pt>
    <dgm:pt modelId="{99706C7A-8EC7-4728-9C39-9C8B2519224E}" type="pres">
      <dgm:prSet presAssocID="{5EACF445-F665-48FD-95F2-B8A766EE9643}" presName="compNode" presStyleCnt="0"/>
      <dgm:spPr/>
    </dgm:pt>
    <dgm:pt modelId="{696B8DF2-C9BB-4EFA-8476-A9C47C29E3D3}" type="pres">
      <dgm:prSet presAssocID="{5EACF445-F665-48FD-95F2-B8A766EE9643}" presName="bgRect" presStyleLbl="bgShp" presStyleIdx="2" presStyleCnt="5"/>
      <dgm:spPr/>
    </dgm:pt>
    <dgm:pt modelId="{EB8835EA-5907-4160-9E5F-58A029F21B5E}" type="pres">
      <dgm:prSet presAssocID="{5EACF445-F665-48FD-95F2-B8A766EE9643}"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tatistics"/>
        </a:ext>
      </dgm:extLst>
    </dgm:pt>
    <dgm:pt modelId="{1530BD9F-2BA4-47D4-AFAB-F434AA0DBB40}" type="pres">
      <dgm:prSet presAssocID="{5EACF445-F665-48FD-95F2-B8A766EE9643}" presName="spaceRect" presStyleCnt="0"/>
      <dgm:spPr/>
    </dgm:pt>
    <dgm:pt modelId="{D8C0EB92-E128-4D88-AC60-1202799312CC}" type="pres">
      <dgm:prSet presAssocID="{5EACF445-F665-48FD-95F2-B8A766EE9643}" presName="parTx" presStyleLbl="revTx" presStyleIdx="2" presStyleCnt="5">
        <dgm:presLayoutVars>
          <dgm:chMax val="0"/>
          <dgm:chPref val="0"/>
        </dgm:presLayoutVars>
      </dgm:prSet>
      <dgm:spPr/>
    </dgm:pt>
    <dgm:pt modelId="{FCA96ADB-E0DD-4FFC-8383-0A3AA1DE8124}" type="pres">
      <dgm:prSet presAssocID="{06669BAE-F412-4F8E-AC4B-392BC0883528}" presName="sibTrans" presStyleCnt="0"/>
      <dgm:spPr/>
    </dgm:pt>
    <dgm:pt modelId="{AF779974-7C34-472B-AB32-CEF0B9C509A4}" type="pres">
      <dgm:prSet presAssocID="{CE2349DF-37C3-4165-AC05-FCCAC04EC127}" presName="compNode" presStyleCnt="0"/>
      <dgm:spPr/>
    </dgm:pt>
    <dgm:pt modelId="{31403020-1E92-4494-B936-67643480B8A1}" type="pres">
      <dgm:prSet presAssocID="{CE2349DF-37C3-4165-AC05-FCCAC04EC127}" presName="bgRect" presStyleLbl="bgShp" presStyleIdx="3" presStyleCnt="5"/>
      <dgm:spPr/>
    </dgm:pt>
    <dgm:pt modelId="{A100CD38-CFF4-401F-A7DD-354D642748B6}" type="pres">
      <dgm:prSet presAssocID="{CE2349DF-37C3-4165-AC05-FCCAC04EC127}"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Lock"/>
        </a:ext>
      </dgm:extLst>
    </dgm:pt>
    <dgm:pt modelId="{AC78FD42-535C-4419-A750-206CC51544A8}" type="pres">
      <dgm:prSet presAssocID="{CE2349DF-37C3-4165-AC05-FCCAC04EC127}" presName="spaceRect" presStyleCnt="0"/>
      <dgm:spPr/>
    </dgm:pt>
    <dgm:pt modelId="{258264E6-84C3-46DA-AAA7-A1F7156F77E4}" type="pres">
      <dgm:prSet presAssocID="{CE2349DF-37C3-4165-AC05-FCCAC04EC127}" presName="parTx" presStyleLbl="revTx" presStyleIdx="3" presStyleCnt="5">
        <dgm:presLayoutVars>
          <dgm:chMax val="0"/>
          <dgm:chPref val="0"/>
        </dgm:presLayoutVars>
      </dgm:prSet>
      <dgm:spPr/>
    </dgm:pt>
    <dgm:pt modelId="{740C276F-E845-4187-9A85-7CFAEDE4C1D2}" type="pres">
      <dgm:prSet presAssocID="{BFA25FF6-7A5D-4469-A2B1-811359FF334E}" presName="sibTrans" presStyleCnt="0"/>
      <dgm:spPr/>
    </dgm:pt>
    <dgm:pt modelId="{696FE92C-8B9B-403D-B768-8E607BEDEDB7}" type="pres">
      <dgm:prSet presAssocID="{99086CAD-590F-449F-AA6C-0B8BCC474206}" presName="compNode" presStyleCnt="0"/>
      <dgm:spPr/>
    </dgm:pt>
    <dgm:pt modelId="{8B4705E3-9F96-49B7-8FB2-B9DC760C5CBF}" type="pres">
      <dgm:prSet presAssocID="{99086CAD-590F-449F-AA6C-0B8BCC474206}" presName="bgRect" presStyleLbl="bgShp" presStyleIdx="4" presStyleCnt="5"/>
      <dgm:spPr/>
    </dgm:pt>
    <dgm:pt modelId="{3DB2DBE1-4801-4BB2-80A6-8C9FDCD3DB94}" type="pres">
      <dgm:prSet presAssocID="{99086CAD-590F-449F-AA6C-0B8BCC47420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Irritant"/>
        </a:ext>
      </dgm:extLst>
    </dgm:pt>
    <dgm:pt modelId="{A68769CD-7264-4EDB-824A-F2C64E8C5CD3}" type="pres">
      <dgm:prSet presAssocID="{99086CAD-590F-449F-AA6C-0B8BCC474206}" presName="spaceRect" presStyleCnt="0"/>
      <dgm:spPr/>
    </dgm:pt>
    <dgm:pt modelId="{4C18029A-4FBB-4EF4-967A-9F71F75D3B82}" type="pres">
      <dgm:prSet presAssocID="{99086CAD-590F-449F-AA6C-0B8BCC474206}" presName="parTx" presStyleLbl="revTx" presStyleIdx="4" presStyleCnt="5">
        <dgm:presLayoutVars>
          <dgm:chMax val="0"/>
          <dgm:chPref val="0"/>
        </dgm:presLayoutVars>
      </dgm:prSet>
      <dgm:spPr/>
    </dgm:pt>
  </dgm:ptLst>
  <dgm:cxnLst>
    <dgm:cxn modelId="{967F183C-8DF0-4091-B952-15C04C81CC73}" srcId="{21733CC9-A4BD-4415-99BF-9B8D477E7E30}" destId="{99086CAD-590F-449F-AA6C-0B8BCC474206}" srcOrd="4" destOrd="0" parTransId="{2C3A7933-72B7-4079-B741-B7583FF27D07}" sibTransId="{BCA7403F-8949-421D-A832-5E1899CCB6D2}"/>
    <dgm:cxn modelId="{8EB0DF4B-0B2A-445E-88D8-7E6C6255761F}" srcId="{21733CC9-A4BD-4415-99BF-9B8D477E7E30}" destId="{1B0E54E9-3764-4F8A-9169-565DD9C29841}" srcOrd="0" destOrd="0" parTransId="{D4DFD4FF-C146-4761-A9AD-1910E0C8AC87}" sibTransId="{88987D54-532F-4901-A968-FA1062C75152}"/>
    <dgm:cxn modelId="{4E875C50-083E-448C-907A-38CAE617531F}" type="presOf" srcId="{35465A5A-2FA7-4CCA-AB4F-7450ACB6982A}" destId="{B21516A1-0B12-4B8B-8ADA-F3FC04F35853}" srcOrd="0" destOrd="0" presId="urn:microsoft.com/office/officeart/2018/2/layout/IconVerticalSolidList"/>
    <dgm:cxn modelId="{00CB6A53-2F75-4091-806D-E2C358C76FE1}" type="presOf" srcId="{5EACF445-F665-48FD-95F2-B8A766EE9643}" destId="{D8C0EB92-E128-4D88-AC60-1202799312CC}" srcOrd="0" destOrd="0" presId="urn:microsoft.com/office/officeart/2018/2/layout/IconVerticalSolidList"/>
    <dgm:cxn modelId="{A3ADB355-609C-47CD-9447-E4FA4BEB5B48}" srcId="{21733CC9-A4BD-4415-99BF-9B8D477E7E30}" destId="{35465A5A-2FA7-4CCA-AB4F-7450ACB6982A}" srcOrd="1" destOrd="0" parTransId="{7ED25E2C-A0DA-4980-AA05-C66DD194BE8C}" sibTransId="{235097C1-701B-4988-8175-20C8808584A1}"/>
    <dgm:cxn modelId="{A7BCCC8F-7AF7-42DF-96D4-93AA494598CB}" srcId="{21733CC9-A4BD-4415-99BF-9B8D477E7E30}" destId="{CE2349DF-37C3-4165-AC05-FCCAC04EC127}" srcOrd="3" destOrd="0" parTransId="{336805E3-6B83-42B3-96B6-A49E08EC90FE}" sibTransId="{BFA25FF6-7A5D-4469-A2B1-811359FF334E}"/>
    <dgm:cxn modelId="{FC47BAB5-9348-4B0D-9491-B1A1F39DF608}" srcId="{21733CC9-A4BD-4415-99BF-9B8D477E7E30}" destId="{5EACF445-F665-48FD-95F2-B8A766EE9643}" srcOrd="2" destOrd="0" parTransId="{A2F09AEE-3279-466A-A819-9F3322C1A60D}" sibTransId="{06669BAE-F412-4F8E-AC4B-392BC0883528}"/>
    <dgm:cxn modelId="{07288DE2-EB72-4C40-8635-C8A897715AA5}" type="presOf" srcId="{1B0E54E9-3764-4F8A-9169-565DD9C29841}" destId="{07CF9052-89D7-408B-A0D6-5E14F081543D}" srcOrd="0" destOrd="0" presId="urn:microsoft.com/office/officeart/2018/2/layout/IconVerticalSolidList"/>
    <dgm:cxn modelId="{818FA4E8-FD19-4389-85A7-872432D33BDE}" type="presOf" srcId="{99086CAD-590F-449F-AA6C-0B8BCC474206}" destId="{4C18029A-4FBB-4EF4-967A-9F71F75D3B82}" srcOrd="0" destOrd="0" presId="urn:microsoft.com/office/officeart/2018/2/layout/IconVerticalSolidList"/>
    <dgm:cxn modelId="{AF1F3EEB-B194-491E-88E2-2260E4331187}" type="presOf" srcId="{CE2349DF-37C3-4165-AC05-FCCAC04EC127}" destId="{258264E6-84C3-46DA-AAA7-A1F7156F77E4}" srcOrd="0" destOrd="0" presId="urn:microsoft.com/office/officeart/2018/2/layout/IconVerticalSolidList"/>
    <dgm:cxn modelId="{50A325F8-DE43-40EB-981F-318E89BE814E}" type="presOf" srcId="{21733CC9-A4BD-4415-99BF-9B8D477E7E30}" destId="{B9871FD5-B908-4C2F-ABDA-035591930D9C}" srcOrd="0" destOrd="0" presId="urn:microsoft.com/office/officeart/2018/2/layout/IconVerticalSolidList"/>
    <dgm:cxn modelId="{10B33DEE-507F-49A4-8BD7-E4B22EB02B14}" type="presParOf" srcId="{B9871FD5-B908-4C2F-ABDA-035591930D9C}" destId="{F2FC9AE7-B275-4DE2-B841-A05DAC0AA114}" srcOrd="0" destOrd="0" presId="urn:microsoft.com/office/officeart/2018/2/layout/IconVerticalSolidList"/>
    <dgm:cxn modelId="{0649A8C5-6996-42DE-A86D-9A781E8F99E9}" type="presParOf" srcId="{F2FC9AE7-B275-4DE2-B841-A05DAC0AA114}" destId="{61C0B01B-D5AA-47AE-BC00-975D78C0A289}" srcOrd="0" destOrd="0" presId="urn:microsoft.com/office/officeart/2018/2/layout/IconVerticalSolidList"/>
    <dgm:cxn modelId="{1B5D0448-F77E-49A1-AE7A-343E8240D973}" type="presParOf" srcId="{F2FC9AE7-B275-4DE2-B841-A05DAC0AA114}" destId="{4BD939A9-63D3-43B5-8BA4-EAD7B9764584}" srcOrd="1" destOrd="0" presId="urn:microsoft.com/office/officeart/2018/2/layout/IconVerticalSolidList"/>
    <dgm:cxn modelId="{27CC9DA4-EB72-43ED-B11D-606CE912194F}" type="presParOf" srcId="{F2FC9AE7-B275-4DE2-B841-A05DAC0AA114}" destId="{43C97892-9487-4A9B-800D-8553F87B0E5E}" srcOrd="2" destOrd="0" presId="urn:microsoft.com/office/officeart/2018/2/layout/IconVerticalSolidList"/>
    <dgm:cxn modelId="{801C7DBC-FB73-488B-AB6E-651156D953E6}" type="presParOf" srcId="{F2FC9AE7-B275-4DE2-B841-A05DAC0AA114}" destId="{07CF9052-89D7-408B-A0D6-5E14F081543D}" srcOrd="3" destOrd="0" presId="urn:microsoft.com/office/officeart/2018/2/layout/IconVerticalSolidList"/>
    <dgm:cxn modelId="{1087708A-0525-4F15-B73D-E0D8A719433A}" type="presParOf" srcId="{B9871FD5-B908-4C2F-ABDA-035591930D9C}" destId="{BE7796B3-DD12-4CBF-8C1A-61471350A241}" srcOrd="1" destOrd="0" presId="urn:microsoft.com/office/officeart/2018/2/layout/IconVerticalSolidList"/>
    <dgm:cxn modelId="{F3616C16-81FD-4AD3-96C4-3292161C7CBF}" type="presParOf" srcId="{B9871FD5-B908-4C2F-ABDA-035591930D9C}" destId="{356BEA67-8898-4710-9C53-0E3C4C30C30E}" srcOrd="2" destOrd="0" presId="urn:microsoft.com/office/officeart/2018/2/layout/IconVerticalSolidList"/>
    <dgm:cxn modelId="{47682847-49AF-4CD1-8567-F455064D1288}" type="presParOf" srcId="{356BEA67-8898-4710-9C53-0E3C4C30C30E}" destId="{0C5183C5-DFA3-4D03-ACD9-35A430F29995}" srcOrd="0" destOrd="0" presId="urn:microsoft.com/office/officeart/2018/2/layout/IconVerticalSolidList"/>
    <dgm:cxn modelId="{DA8C8200-62B6-4532-80D9-E253EB2754BD}" type="presParOf" srcId="{356BEA67-8898-4710-9C53-0E3C4C30C30E}" destId="{1D413C73-E48B-497A-AB59-A910EF01AE97}" srcOrd="1" destOrd="0" presId="urn:microsoft.com/office/officeart/2018/2/layout/IconVerticalSolidList"/>
    <dgm:cxn modelId="{98B691BB-0A23-4278-92D6-0FF4C5448DE9}" type="presParOf" srcId="{356BEA67-8898-4710-9C53-0E3C4C30C30E}" destId="{303D04B6-2CFA-45F7-A27E-FEDD8B5B5508}" srcOrd="2" destOrd="0" presId="urn:microsoft.com/office/officeart/2018/2/layout/IconVerticalSolidList"/>
    <dgm:cxn modelId="{00237C66-D3F7-49EF-A9B7-0F7259B8CCF4}" type="presParOf" srcId="{356BEA67-8898-4710-9C53-0E3C4C30C30E}" destId="{B21516A1-0B12-4B8B-8ADA-F3FC04F35853}" srcOrd="3" destOrd="0" presId="urn:microsoft.com/office/officeart/2018/2/layout/IconVerticalSolidList"/>
    <dgm:cxn modelId="{8C521A68-0F07-4D25-A85C-9804C528EBD4}" type="presParOf" srcId="{B9871FD5-B908-4C2F-ABDA-035591930D9C}" destId="{5EDEE9F9-21FC-4FF8-96D0-7D6363D82E1A}" srcOrd="3" destOrd="0" presId="urn:microsoft.com/office/officeart/2018/2/layout/IconVerticalSolidList"/>
    <dgm:cxn modelId="{2257172F-0FD3-49FC-996A-CC8157FA0944}" type="presParOf" srcId="{B9871FD5-B908-4C2F-ABDA-035591930D9C}" destId="{99706C7A-8EC7-4728-9C39-9C8B2519224E}" srcOrd="4" destOrd="0" presId="urn:microsoft.com/office/officeart/2018/2/layout/IconVerticalSolidList"/>
    <dgm:cxn modelId="{D560D88E-81DF-4C43-9774-BC425A35CC2D}" type="presParOf" srcId="{99706C7A-8EC7-4728-9C39-9C8B2519224E}" destId="{696B8DF2-C9BB-4EFA-8476-A9C47C29E3D3}" srcOrd="0" destOrd="0" presId="urn:microsoft.com/office/officeart/2018/2/layout/IconVerticalSolidList"/>
    <dgm:cxn modelId="{5126021D-76BB-4C46-9B70-AFFB3FD300D3}" type="presParOf" srcId="{99706C7A-8EC7-4728-9C39-9C8B2519224E}" destId="{EB8835EA-5907-4160-9E5F-58A029F21B5E}" srcOrd="1" destOrd="0" presId="urn:microsoft.com/office/officeart/2018/2/layout/IconVerticalSolidList"/>
    <dgm:cxn modelId="{1D6FB491-00F7-49EA-B9EA-323533E452B0}" type="presParOf" srcId="{99706C7A-8EC7-4728-9C39-9C8B2519224E}" destId="{1530BD9F-2BA4-47D4-AFAB-F434AA0DBB40}" srcOrd="2" destOrd="0" presId="urn:microsoft.com/office/officeart/2018/2/layout/IconVerticalSolidList"/>
    <dgm:cxn modelId="{39FA3B4A-134A-46E4-BB23-C9D299576B28}" type="presParOf" srcId="{99706C7A-8EC7-4728-9C39-9C8B2519224E}" destId="{D8C0EB92-E128-4D88-AC60-1202799312CC}" srcOrd="3" destOrd="0" presId="urn:microsoft.com/office/officeart/2018/2/layout/IconVerticalSolidList"/>
    <dgm:cxn modelId="{A5BF5594-6C53-439B-9E32-0EF304E2CA22}" type="presParOf" srcId="{B9871FD5-B908-4C2F-ABDA-035591930D9C}" destId="{FCA96ADB-E0DD-4FFC-8383-0A3AA1DE8124}" srcOrd="5" destOrd="0" presId="urn:microsoft.com/office/officeart/2018/2/layout/IconVerticalSolidList"/>
    <dgm:cxn modelId="{C14E3669-A976-413C-B8CE-581A205F8DC7}" type="presParOf" srcId="{B9871FD5-B908-4C2F-ABDA-035591930D9C}" destId="{AF779974-7C34-472B-AB32-CEF0B9C509A4}" srcOrd="6" destOrd="0" presId="urn:microsoft.com/office/officeart/2018/2/layout/IconVerticalSolidList"/>
    <dgm:cxn modelId="{D069DE08-7557-40F7-8D9F-BD27CE601AB7}" type="presParOf" srcId="{AF779974-7C34-472B-AB32-CEF0B9C509A4}" destId="{31403020-1E92-4494-B936-67643480B8A1}" srcOrd="0" destOrd="0" presId="urn:microsoft.com/office/officeart/2018/2/layout/IconVerticalSolidList"/>
    <dgm:cxn modelId="{A3924A3E-D714-42C4-A0CF-D89148FE46FF}" type="presParOf" srcId="{AF779974-7C34-472B-AB32-CEF0B9C509A4}" destId="{A100CD38-CFF4-401F-A7DD-354D642748B6}" srcOrd="1" destOrd="0" presId="urn:microsoft.com/office/officeart/2018/2/layout/IconVerticalSolidList"/>
    <dgm:cxn modelId="{BE374B92-9C4F-41C1-8092-8FC6BA62B67B}" type="presParOf" srcId="{AF779974-7C34-472B-AB32-CEF0B9C509A4}" destId="{AC78FD42-535C-4419-A750-206CC51544A8}" srcOrd="2" destOrd="0" presId="urn:microsoft.com/office/officeart/2018/2/layout/IconVerticalSolidList"/>
    <dgm:cxn modelId="{EAB6AF57-8C3F-4D28-8976-8855D605F23E}" type="presParOf" srcId="{AF779974-7C34-472B-AB32-CEF0B9C509A4}" destId="{258264E6-84C3-46DA-AAA7-A1F7156F77E4}" srcOrd="3" destOrd="0" presId="urn:microsoft.com/office/officeart/2018/2/layout/IconVerticalSolidList"/>
    <dgm:cxn modelId="{6B5117E5-53EA-4B7A-91DE-288088E684D8}" type="presParOf" srcId="{B9871FD5-B908-4C2F-ABDA-035591930D9C}" destId="{740C276F-E845-4187-9A85-7CFAEDE4C1D2}" srcOrd="7" destOrd="0" presId="urn:microsoft.com/office/officeart/2018/2/layout/IconVerticalSolidList"/>
    <dgm:cxn modelId="{57A0B72C-3CBE-4A78-AA3C-6512DCE56F2D}" type="presParOf" srcId="{B9871FD5-B908-4C2F-ABDA-035591930D9C}" destId="{696FE92C-8B9B-403D-B768-8E607BEDEDB7}" srcOrd="8" destOrd="0" presId="urn:microsoft.com/office/officeart/2018/2/layout/IconVerticalSolidList"/>
    <dgm:cxn modelId="{5AC9BA9B-9767-4F1E-BB20-5996F711AEC6}" type="presParOf" srcId="{696FE92C-8B9B-403D-B768-8E607BEDEDB7}" destId="{8B4705E3-9F96-49B7-8FB2-B9DC760C5CBF}" srcOrd="0" destOrd="0" presId="urn:microsoft.com/office/officeart/2018/2/layout/IconVerticalSolidList"/>
    <dgm:cxn modelId="{DEBB5E18-DD78-4B8F-B000-5177E0F2712F}" type="presParOf" srcId="{696FE92C-8B9B-403D-B768-8E607BEDEDB7}" destId="{3DB2DBE1-4801-4BB2-80A6-8C9FDCD3DB94}" srcOrd="1" destOrd="0" presId="urn:microsoft.com/office/officeart/2018/2/layout/IconVerticalSolidList"/>
    <dgm:cxn modelId="{E4220C36-FB4F-4F5D-8BCE-09B6E36BDEE0}" type="presParOf" srcId="{696FE92C-8B9B-403D-B768-8E607BEDEDB7}" destId="{A68769CD-7264-4EDB-824A-F2C64E8C5CD3}" srcOrd="2" destOrd="0" presId="urn:microsoft.com/office/officeart/2018/2/layout/IconVerticalSolidList"/>
    <dgm:cxn modelId="{B6FCDD1C-EF4C-4741-A1CE-7790E41813EE}" type="presParOf" srcId="{696FE92C-8B9B-403D-B768-8E607BEDEDB7}" destId="{4C18029A-4FBB-4EF4-967A-9F71F75D3B82}"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C0B01B-D5AA-47AE-BC00-975D78C0A289}">
      <dsp:nvSpPr>
        <dsp:cNvPr id="0" name=""/>
        <dsp:cNvSpPr/>
      </dsp:nvSpPr>
      <dsp:spPr>
        <a:xfrm>
          <a:off x="0" y="1977"/>
          <a:ext cx="6967728" cy="42124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D939A9-63D3-43B5-8BA4-EAD7B9764584}">
      <dsp:nvSpPr>
        <dsp:cNvPr id="0" name=""/>
        <dsp:cNvSpPr/>
      </dsp:nvSpPr>
      <dsp:spPr>
        <a:xfrm>
          <a:off x="127427" y="96758"/>
          <a:ext cx="231686" cy="2316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7CF9052-89D7-408B-A0D6-5E14F081543D}">
      <dsp:nvSpPr>
        <dsp:cNvPr id="0" name=""/>
        <dsp:cNvSpPr/>
      </dsp:nvSpPr>
      <dsp:spPr>
        <a:xfrm>
          <a:off x="486540" y="1977"/>
          <a:ext cx="6481187" cy="4212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4582" tIns="44582" rIns="44582" bIns="44582" numCol="1" spcCol="1270" anchor="ctr" anchorCtr="0">
          <a:noAutofit/>
        </a:bodyPr>
        <a:lstStyle/>
        <a:p>
          <a:pPr marL="0" lvl="0" indent="0" algn="l" defTabSz="622300">
            <a:lnSpc>
              <a:spcPct val="100000"/>
            </a:lnSpc>
            <a:spcBef>
              <a:spcPct val="0"/>
            </a:spcBef>
            <a:spcAft>
              <a:spcPct val="35000"/>
            </a:spcAft>
            <a:buNone/>
          </a:pPr>
          <a:r>
            <a:rPr lang="en-US" sz="1400" kern="1200" dirty="0">
              <a:latin typeface="Times New Roman"/>
              <a:cs typeface="Times New Roman"/>
            </a:rPr>
            <a:t>Manual and time-consuming administrative tasks.</a:t>
          </a:r>
        </a:p>
      </dsp:txBody>
      <dsp:txXfrm>
        <a:off x="486540" y="1977"/>
        <a:ext cx="6481187" cy="421247"/>
      </dsp:txXfrm>
    </dsp:sp>
    <dsp:sp modelId="{0C5183C5-DFA3-4D03-ACD9-35A430F29995}">
      <dsp:nvSpPr>
        <dsp:cNvPr id="0" name=""/>
        <dsp:cNvSpPr/>
      </dsp:nvSpPr>
      <dsp:spPr>
        <a:xfrm>
          <a:off x="0" y="528537"/>
          <a:ext cx="6967728" cy="42124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413C73-E48B-497A-AB59-A910EF01AE97}">
      <dsp:nvSpPr>
        <dsp:cNvPr id="0" name=""/>
        <dsp:cNvSpPr/>
      </dsp:nvSpPr>
      <dsp:spPr>
        <a:xfrm>
          <a:off x="127427" y="623317"/>
          <a:ext cx="231686" cy="2316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21516A1-0B12-4B8B-8ADA-F3FC04F35853}">
      <dsp:nvSpPr>
        <dsp:cNvPr id="0" name=""/>
        <dsp:cNvSpPr/>
      </dsp:nvSpPr>
      <dsp:spPr>
        <a:xfrm>
          <a:off x="486540" y="528537"/>
          <a:ext cx="6481187" cy="4212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4582" tIns="44582" rIns="44582" bIns="44582" numCol="1" spcCol="1270" anchor="ctr" anchorCtr="0">
          <a:noAutofit/>
        </a:bodyPr>
        <a:lstStyle/>
        <a:p>
          <a:pPr marL="0" lvl="0" indent="0" algn="l" defTabSz="622300">
            <a:lnSpc>
              <a:spcPct val="100000"/>
            </a:lnSpc>
            <a:spcBef>
              <a:spcPct val="0"/>
            </a:spcBef>
            <a:spcAft>
              <a:spcPct val="35000"/>
            </a:spcAft>
            <a:buNone/>
          </a:pPr>
          <a:r>
            <a:rPr lang="en-US" sz="1400" kern="1200" dirty="0">
              <a:latin typeface="Times New Roman"/>
              <a:cs typeface="Times New Roman"/>
            </a:rPr>
            <a:t>Inefficiencies and errors in student and teacher enrollment.</a:t>
          </a:r>
        </a:p>
      </dsp:txBody>
      <dsp:txXfrm>
        <a:off x="486540" y="528537"/>
        <a:ext cx="6481187" cy="421247"/>
      </dsp:txXfrm>
    </dsp:sp>
    <dsp:sp modelId="{696B8DF2-C9BB-4EFA-8476-A9C47C29E3D3}">
      <dsp:nvSpPr>
        <dsp:cNvPr id="0" name=""/>
        <dsp:cNvSpPr/>
      </dsp:nvSpPr>
      <dsp:spPr>
        <a:xfrm>
          <a:off x="0" y="1055096"/>
          <a:ext cx="6967728" cy="42124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B8835EA-5907-4160-9E5F-58A029F21B5E}">
      <dsp:nvSpPr>
        <dsp:cNvPr id="0" name=""/>
        <dsp:cNvSpPr/>
      </dsp:nvSpPr>
      <dsp:spPr>
        <a:xfrm>
          <a:off x="127427" y="1149877"/>
          <a:ext cx="231686" cy="2316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8C0EB92-E128-4D88-AC60-1202799312CC}">
      <dsp:nvSpPr>
        <dsp:cNvPr id="0" name=""/>
        <dsp:cNvSpPr/>
      </dsp:nvSpPr>
      <dsp:spPr>
        <a:xfrm>
          <a:off x="486540" y="1055096"/>
          <a:ext cx="6481187" cy="4212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4582" tIns="44582" rIns="44582" bIns="44582" numCol="1" spcCol="1270" anchor="ctr" anchorCtr="0">
          <a:noAutofit/>
        </a:bodyPr>
        <a:lstStyle/>
        <a:p>
          <a:pPr marL="0" lvl="0" indent="0" algn="l" defTabSz="622300">
            <a:lnSpc>
              <a:spcPct val="100000"/>
            </a:lnSpc>
            <a:spcBef>
              <a:spcPct val="0"/>
            </a:spcBef>
            <a:spcAft>
              <a:spcPct val="35000"/>
            </a:spcAft>
            <a:buNone/>
          </a:pPr>
          <a:r>
            <a:rPr lang="en-US" sz="1400" kern="1200" dirty="0">
              <a:latin typeface="Times New Roman"/>
              <a:cs typeface="Times New Roman"/>
            </a:rPr>
            <a:t>Difficulty in managing and analyzing vast amounts of data.</a:t>
          </a:r>
        </a:p>
      </dsp:txBody>
      <dsp:txXfrm>
        <a:off x="486540" y="1055096"/>
        <a:ext cx="6481187" cy="421247"/>
      </dsp:txXfrm>
    </dsp:sp>
    <dsp:sp modelId="{31403020-1E92-4494-B936-67643480B8A1}">
      <dsp:nvSpPr>
        <dsp:cNvPr id="0" name=""/>
        <dsp:cNvSpPr/>
      </dsp:nvSpPr>
      <dsp:spPr>
        <a:xfrm>
          <a:off x="0" y="1581656"/>
          <a:ext cx="6967728" cy="42124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100CD38-CFF4-401F-A7DD-354D642748B6}">
      <dsp:nvSpPr>
        <dsp:cNvPr id="0" name=""/>
        <dsp:cNvSpPr/>
      </dsp:nvSpPr>
      <dsp:spPr>
        <a:xfrm>
          <a:off x="127427" y="1676436"/>
          <a:ext cx="231686" cy="23168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8264E6-84C3-46DA-AAA7-A1F7156F77E4}">
      <dsp:nvSpPr>
        <dsp:cNvPr id="0" name=""/>
        <dsp:cNvSpPr/>
      </dsp:nvSpPr>
      <dsp:spPr>
        <a:xfrm>
          <a:off x="486540" y="1581656"/>
          <a:ext cx="6481187" cy="4212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4582" tIns="44582" rIns="44582" bIns="44582" numCol="1" spcCol="1270" anchor="ctr" anchorCtr="0">
          <a:noAutofit/>
        </a:bodyPr>
        <a:lstStyle/>
        <a:p>
          <a:pPr marL="0" lvl="0" indent="0" algn="l" defTabSz="622300">
            <a:lnSpc>
              <a:spcPct val="100000"/>
            </a:lnSpc>
            <a:spcBef>
              <a:spcPct val="0"/>
            </a:spcBef>
            <a:spcAft>
              <a:spcPct val="35000"/>
            </a:spcAft>
            <a:buNone/>
          </a:pPr>
          <a:r>
            <a:rPr lang="en-US" sz="1400" kern="1200" dirty="0">
              <a:latin typeface="Times New Roman"/>
              <a:cs typeface="Times New Roman"/>
            </a:rPr>
            <a:t>Compromised privacy and confidentiality of personal data.</a:t>
          </a:r>
        </a:p>
      </dsp:txBody>
      <dsp:txXfrm>
        <a:off x="486540" y="1581656"/>
        <a:ext cx="6481187" cy="421247"/>
      </dsp:txXfrm>
    </dsp:sp>
    <dsp:sp modelId="{8B4705E3-9F96-49B7-8FB2-B9DC760C5CBF}">
      <dsp:nvSpPr>
        <dsp:cNvPr id="0" name=""/>
        <dsp:cNvSpPr/>
      </dsp:nvSpPr>
      <dsp:spPr>
        <a:xfrm>
          <a:off x="0" y="2108215"/>
          <a:ext cx="6967728" cy="42124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B2DBE1-4801-4BB2-80A6-8C9FDCD3DB94}">
      <dsp:nvSpPr>
        <dsp:cNvPr id="0" name=""/>
        <dsp:cNvSpPr/>
      </dsp:nvSpPr>
      <dsp:spPr>
        <a:xfrm>
          <a:off x="127427" y="2202996"/>
          <a:ext cx="231686" cy="23168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C18029A-4FBB-4EF4-967A-9F71F75D3B82}">
      <dsp:nvSpPr>
        <dsp:cNvPr id="0" name=""/>
        <dsp:cNvSpPr/>
      </dsp:nvSpPr>
      <dsp:spPr>
        <a:xfrm>
          <a:off x="486540" y="2108215"/>
          <a:ext cx="6481187" cy="4212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4582" tIns="44582" rIns="44582" bIns="44582" numCol="1" spcCol="1270" anchor="ctr" anchorCtr="0">
          <a:noAutofit/>
        </a:bodyPr>
        <a:lstStyle/>
        <a:p>
          <a:pPr marL="0" lvl="0" indent="0" algn="l" defTabSz="622300">
            <a:lnSpc>
              <a:spcPct val="100000"/>
            </a:lnSpc>
            <a:spcBef>
              <a:spcPct val="0"/>
            </a:spcBef>
            <a:spcAft>
              <a:spcPct val="35000"/>
            </a:spcAft>
            <a:buNone/>
          </a:pPr>
          <a:r>
            <a:rPr lang="en-US" sz="1400" kern="1200" dirty="0">
              <a:latin typeface="Times New Roman"/>
              <a:cs typeface="Times New Roman"/>
            </a:rPr>
            <a:t>Ineffective communication between teachers, students, and administrators.</a:t>
          </a:r>
        </a:p>
      </dsp:txBody>
      <dsp:txXfrm>
        <a:off x="486540" y="2108215"/>
        <a:ext cx="6481187" cy="42124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6/10/2024</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696048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6/10/2024</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611394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6/10/2024</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792159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6/10/2024</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435621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6/10/2024</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376499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6/10/2024</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2549235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6/10/2024</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215699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6/10/2024</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2828346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6/10/2024</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1457240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6/10/2024</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6274803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6/10/2024</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3134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6/10/2024</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3059349346"/>
      </p:ext>
    </p:extLst>
  </p:cSld>
  <p:clrMap bg1="lt1" tx1="dk1" bg2="lt2" tx2="dk2" accent1="accent1" accent2="accent2" accent3="accent3" accent4="accent4" accent5="accent5" accent6="accent6" hlink="hlink" folHlink="folHlink"/>
  <p:sldLayoutIdLst>
    <p:sldLayoutId id="2147484124" r:id="rId1"/>
    <p:sldLayoutId id="2147484125" r:id="rId2"/>
    <p:sldLayoutId id="2147484126" r:id="rId3"/>
    <p:sldLayoutId id="2147484127" r:id="rId4"/>
    <p:sldLayoutId id="2147484128" r:id="rId5"/>
    <p:sldLayoutId id="2147484122" r:id="rId6"/>
    <p:sldLayoutId id="2147484118" r:id="rId7"/>
    <p:sldLayoutId id="2147484119" r:id="rId8"/>
    <p:sldLayoutId id="2147484120" r:id="rId9"/>
    <p:sldLayoutId id="2147484121" r:id="rId10"/>
    <p:sldLayoutId id="2147484123" r:id="rId11"/>
  </p:sldLayoutIdLst>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en.wikipedia.org/wiki/file:exeter_high_school_(new_hampshire).jpg" TargetMode="External"/><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hyperlink" Target="http://e-patients.net/archives/2012/04/globe-article-on-emrs-status-and-the-safety-issue.html"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hyperlink" Target="http://mumsgather.blogspot.com/2018/07/children-deprived-of-computer-lessons.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Rectangle 16">
            <a:extLst>
              <a:ext uri="{FF2B5EF4-FFF2-40B4-BE49-F238E27FC236}">
                <a16:creationId xmlns:a16="http://schemas.microsoft.com/office/drawing/2014/main" id="{81D377EB-C9D2-4ED0-86A6-740A297E3E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8E9685-D5B9-61F0-74B4-6E449F977FD3}"/>
              </a:ext>
            </a:extLst>
          </p:cNvPr>
          <p:cNvSpPr>
            <a:spLocks noGrp="1"/>
          </p:cNvSpPr>
          <p:nvPr>
            <p:ph type="ctrTitle"/>
          </p:nvPr>
        </p:nvSpPr>
        <p:spPr>
          <a:xfrm>
            <a:off x="841248" y="685800"/>
            <a:ext cx="10506456" cy="1157005"/>
          </a:xfrm>
        </p:spPr>
        <p:txBody>
          <a:bodyPr vert="horz" lIns="91440" tIns="45720" rIns="91440" bIns="45720" rtlCol="0" anchor="b">
            <a:noAutofit/>
          </a:bodyPr>
          <a:lstStyle/>
          <a:p>
            <a:pPr algn="ctr"/>
            <a:r>
              <a:rPr lang="en-US" sz="4800" dirty="0">
                <a:latin typeface="Times New Roman"/>
                <a:cs typeface="Times New Roman"/>
              </a:rPr>
              <a:t>SCHOOL MANAGEMENT SYSTEM </a:t>
            </a:r>
            <a:endParaRPr lang="en-US" sz="4800"/>
          </a:p>
        </p:txBody>
      </p:sp>
      <p:sp>
        <p:nvSpPr>
          <p:cNvPr id="19" name="Rectangle 18">
            <a:extLst>
              <a:ext uri="{FF2B5EF4-FFF2-40B4-BE49-F238E27FC236}">
                <a16:creationId xmlns:a16="http://schemas.microsoft.com/office/drawing/2014/main" id="{066346BE-FDB4-4772-A696-0719490ABD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093"/>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958056"/>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ubtitle 2">
            <a:extLst>
              <a:ext uri="{FF2B5EF4-FFF2-40B4-BE49-F238E27FC236}">
                <a16:creationId xmlns:a16="http://schemas.microsoft.com/office/drawing/2014/main" id="{91ECAD7A-6869-7760-5C61-FECC21407F8A}"/>
              </a:ext>
            </a:extLst>
          </p:cNvPr>
          <p:cNvSpPr>
            <a:spLocks/>
          </p:cNvSpPr>
          <p:nvPr/>
        </p:nvSpPr>
        <p:spPr>
          <a:xfrm>
            <a:off x="838200" y="4225614"/>
            <a:ext cx="10506456" cy="1668501"/>
          </a:xfrm>
          <a:prstGeom prst="rect">
            <a:avLst/>
          </a:prstGeom>
        </p:spPr>
        <p:txBody>
          <a:bodyPr vert="horz" lIns="91440" tIns="45720" rIns="91440" bIns="45720" rtlCol="0" anchor="t">
            <a:normAutofit/>
          </a:bodyPr>
          <a:lstStyle/>
          <a:p>
            <a:pPr defTabSz="868680">
              <a:spcAft>
                <a:spcPts val="600"/>
              </a:spcAft>
            </a:pPr>
            <a:r>
              <a:rPr lang="en-US" sz="1700" b="1" kern="1200" err="1">
                <a:latin typeface="+mn-lt"/>
                <a:ea typeface="+mn-ea"/>
                <a:cs typeface="+mn-cs"/>
              </a:rPr>
              <a:t>S.Mathiyazhakan</a:t>
            </a:r>
            <a:r>
              <a:rPr lang="en-US" sz="1700" b="1" kern="1200" dirty="0">
                <a:latin typeface="+mn-lt"/>
                <a:ea typeface="+mn-ea"/>
                <a:cs typeface="+mn-cs"/>
              </a:rPr>
              <a:t> </a:t>
            </a:r>
            <a:endParaRPr lang="en-US" sz="1700" b="1" kern="1200" dirty="0">
              <a:latin typeface="+mn-lt"/>
            </a:endParaRPr>
          </a:p>
          <a:p>
            <a:pPr defTabSz="868680">
              <a:spcAft>
                <a:spcPts val="600"/>
              </a:spcAft>
            </a:pPr>
            <a:r>
              <a:rPr lang="en-US" sz="1700" b="1" kern="1200" dirty="0">
                <a:latin typeface="+mn-lt"/>
                <a:ea typeface="+mn-ea"/>
                <a:cs typeface="+mn-cs"/>
              </a:rPr>
              <a:t>E2245659</a:t>
            </a:r>
            <a:endParaRPr lang="en-US" sz="1700" b="1" kern="1200" dirty="0">
              <a:latin typeface="+mn-lt"/>
            </a:endParaRPr>
          </a:p>
          <a:p>
            <a:pPr defTabSz="868680">
              <a:spcAft>
                <a:spcPts val="600"/>
              </a:spcAft>
            </a:pPr>
            <a:r>
              <a:rPr lang="en-US" sz="1700" b="1" kern="1200" dirty="0">
                <a:latin typeface="+mn-lt"/>
                <a:ea typeface="+mn-ea"/>
                <a:cs typeface="+mn-cs"/>
              </a:rPr>
              <a:t>ICT1942 </a:t>
            </a:r>
            <a:endParaRPr lang="en-US" sz="1700" b="1" dirty="0"/>
          </a:p>
        </p:txBody>
      </p:sp>
      <p:pic>
        <p:nvPicPr>
          <p:cNvPr id="4" name="Picture 3" descr="A brick building with a clock on the front&#10;&#10;Description automatically generated">
            <a:extLst>
              <a:ext uri="{FF2B5EF4-FFF2-40B4-BE49-F238E27FC236}">
                <a16:creationId xmlns:a16="http://schemas.microsoft.com/office/drawing/2014/main" id="{EA97EFA2-1CBD-2145-8BD5-D97727D683FA}"/>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6172373" y="2522533"/>
            <a:ext cx="4680215" cy="3120143"/>
          </a:xfrm>
          <a:prstGeom prst="rect">
            <a:avLst/>
          </a:prstGeom>
        </p:spPr>
      </p:pic>
      <p:sp>
        <p:nvSpPr>
          <p:cNvPr id="5" name="TextBox 4">
            <a:extLst>
              <a:ext uri="{FF2B5EF4-FFF2-40B4-BE49-F238E27FC236}">
                <a16:creationId xmlns:a16="http://schemas.microsoft.com/office/drawing/2014/main" id="{34098A4B-BBA0-6713-84EF-74960FD38B66}"/>
              </a:ext>
            </a:extLst>
          </p:cNvPr>
          <p:cNvSpPr txBox="1"/>
          <p:nvPr/>
        </p:nvSpPr>
        <p:spPr>
          <a:xfrm>
            <a:off x="6172373" y="5821537"/>
            <a:ext cx="4680215" cy="123382"/>
          </a:xfrm>
          <a:prstGeom prst="rect">
            <a:avLst/>
          </a:prstGeom>
        </p:spPr>
        <p:txBody>
          <a:bodyPr lIns="91440" tIns="45720" rIns="91440" bIns="45720" anchor="t">
            <a:normAutofit/>
          </a:bodyPr>
          <a:lstStyle/>
          <a:p>
            <a:pPr defTabSz="868680">
              <a:lnSpc>
                <a:spcPct val="90000"/>
              </a:lnSpc>
              <a:spcAft>
                <a:spcPts val="600"/>
              </a:spcAft>
            </a:pPr>
            <a:r>
              <a:rPr lang="en-US" sz="200" kern="1200" err="1">
                <a:solidFill>
                  <a:schemeClr val="tx1"/>
                </a:solidFill>
                <a:latin typeface="+mn-lt"/>
                <a:ea typeface="+mn-ea"/>
                <a:cs typeface="+mn-cs"/>
              </a:rPr>
              <a:t>ThePhoto</a:t>
            </a:r>
            <a:r>
              <a:rPr lang="en-US" sz="200" kern="1200">
                <a:solidFill>
                  <a:schemeClr val="tx1"/>
                </a:solidFill>
                <a:latin typeface="+mn-lt"/>
                <a:ea typeface="+mn-ea"/>
                <a:cs typeface="+mn-cs"/>
              </a:rPr>
              <a:t> by </a:t>
            </a:r>
            <a:r>
              <a:rPr lang="en-US" sz="200" kern="1200" err="1">
                <a:solidFill>
                  <a:schemeClr val="tx1"/>
                </a:solidFill>
                <a:latin typeface="+mn-lt"/>
                <a:ea typeface="+mn-ea"/>
                <a:cs typeface="+mn-cs"/>
              </a:rPr>
              <a:t>PhotoAuthor</a:t>
            </a:r>
            <a:r>
              <a:rPr lang="en-US" sz="200" kern="1200">
                <a:solidFill>
                  <a:schemeClr val="tx1"/>
                </a:solidFill>
                <a:latin typeface="+mn-lt"/>
                <a:ea typeface="+mn-ea"/>
                <a:cs typeface="+mn-cs"/>
              </a:rPr>
              <a:t> is licensed under CYYSA.</a:t>
            </a:r>
            <a:endParaRPr lang="en-US" sz="200"/>
          </a:p>
        </p:txBody>
      </p:sp>
    </p:spTree>
    <p:extLst>
      <p:ext uri="{BB962C8B-B14F-4D97-AF65-F5344CB8AC3E}">
        <p14:creationId xmlns:p14="http://schemas.microsoft.com/office/powerpoint/2010/main" val="6938481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1CD7A-B530-5626-3FDE-912F350B9C20}"/>
              </a:ext>
            </a:extLst>
          </p:cNvPr>
          <p:cNvSpPr>
            <a:spLocks noGrp="1"/>
          </p:cNvSpPr>
          <p:nvPr>
            <p:ph type="title"/>
          </p:nvPr>
        </p:nvSpPr>
        <p:spPr/>
        <p:txBody>
          <a:bodyPr/>
          <a:lstStyle/>
          <a:p>
            <a:pPr algn="ctr"/>
            <a:r>
              <a:rPr lang="en-US" sz="4400" dirty="0">
                <a:solidFill>
                  <a:schemeClr val="accent6"/>
                </a:solidFill>
                <a:latin typeface="Times New Roman"/>
                <a:cs typeface="Times New Roman"/>
              </a:rPr>
              <a:t>INTRODUTION </a:t>
            </a:r>
            <a:endParaRPr lang="en-US" dirty="0">
              <a:solidFill>
                <a:schemeClr val="accent6"/>
              </a:solidFill>
            </a:endParaRPr>
          </a:p>
        </p:txBody>
      </p:sp>
      <p:sp>
        <p:nvSpPr>
          <p:cNvPr id="3" name="Content Placeholder 2">
            <a:extLst>
              <a:ext uri="{FF2B5EF4-FFF2-40B4-BE49-F238E27FC236}">
                <a16:creationId xmlns:a16="http://schemas.microsoft.com/office/drawing/2014/main" id="{33F5D662-B39D-C5C2-A8FA-C72B87E8B152}"/>
              </a:ext>
            </a:extLst>
          </p:cNvPr>
          <p:cNvSpPr>
            <a:spLocks noGrp="1"/>
          </p:cNvSpPr>
          <p:nvPr>
            <p:ph idx="1"/>
          </p:nvPr>
        </p:nvSpPr>
        <p:spPr/>
        <p:txBody>
          <a:bodyPr vert="horz" lIns="91440" tIns="45720" rIns="91440" bIns="45720" rtlCol="0" anchor="t">
            <a:normAutofit/>
          </a:bodyPr>
          <a:lstStyle/>
          <a:p>
            <a:pPr marL="0" indent="0">
              <a:buNone/>
            </a:pPr>
            <a:r>
              <a:rPr lang="en-US" dirty="0">
                <a:latin typeface="Times New Roman"/>
                <a:cs typeface="Times New Roman"/>
              </a:rPr>
              <a:t>primary objective of this project is to streamline the various administrative processes in educational institutions. Our system focuses on key functionalities like user authentication, comprehensive dashboards for administrators, and efficient management of student and teacher records. Ultimately, we aim to enhance overall efficiency, improve data management, and foster better communication within the school community.</a:t>
            </a:r>
            <a:endParaRPr lang="en-US" dirty="0"/>
          </a:p>
          <a:p>
            <a:endParaRPr lang="en-US" dirty="0"/>
          </a:p>
        </p:txBody>
      </p:sp>
    </p:spTree>
    <p:extLst>
      <p:ext uri="{BB962C8B-B14F-4D97-AF65-F5344CB8AC3E}">
        <p14:creationId xmlns:p14="http://schemas.microsoft.com/office/powerpoint/2010/main" val="2045754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5416EBC-B41E-4F8A-BE9F-07301B682C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AFF79527-C7F1-4E06-8126-A8E8C5FEBF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5C7B16D-08DB-044D-0F3E-AF6A498FB0D7}"/>
              </a:ext>
            </a:extLst>
          </p:cNvPr>
          <p:cNvSpPr>
            <a:spLocks noGrp="1"/>
          </p:cNvSpPr>
          <p:nvPr>
            <p:ph type="title"/>
          </p:nvPr>
        </p:nvSpPr>
        <p:spPr>
          <a:xfrm>
            <a:off x="868680" y="1719072"/>
            <a:ext cx="3103427" cy="3520440"/>
          </a:xfrm>
        </p:spPr>
        <p:txBody>
          <a:bodyPr anchor="t">
            <a:normAutofit/>
          </a:bodyPr>
          <a:lstStyle/>
          <a:p>
            <a:r>
              <a:rPr lang="en-US" sz="3600" dirty="0">
                <a:solidFill>
                  <a:schemeClr val="accent6"/>
                </a:solidFill>
                <a:latin typeface="Times New Roman"/>
                <a:cs typeface="Times New Roman"/>
              </a:rPr>
              <a:t>PROBLEM</a:t>
            </a:r>
            <a:endParaRPr lang="en-US" sz="3600" dirty="0">
              <a:solidFill>
                <a:schemeClr val="accent6"/>
              </a:solidFill>
            </a:endParaRPr>
          </a:p>
        </p:txBody>
      </p:sp>
      <p:sp>
        <p:nvSpPr>
          <p:cNvPr id="11" name="Rectangle 10">
            <a:extLst>
              <a:ext uri="{FF2B5EF4-FFF2-40B4-BE49-F238E27FC236}">
                <a16:creationId xmlns:a16="http://schemas.microsoft.com/office/drawing/2014/main" id="{55986208-8A53-4E92-9197-6B57BCCB2F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7" name="Content Placeholder 2">
            <a:extLst>
              <a:ext uri="{FF2B5EF4-FFF2-40B4-BE49-F238E27FC236}">
                <a16:creationId xmlns:a16="http://schemas.microsoft.com/office/drawing/2014/main" id="{A1FA620E-237E-7418-AD9F-BA5617C01EE5}"/>
              </a:ext>
            </a:extLst>
          </p:cNvPr>
          <p:cNvGraphicFramePr>
            <a:graphicFrameLocks/>
          </p:cNvGraphicFramePr>
          <p:nvPr>
            <p:extLst>
              <p:ext uri="{D42A27DB-BD31-4B8C-83A1-F6EECF244321}">
                <p14:modId xmlns:p14="http://schemas.microsoft.com/office/powerpoint/2010/main" val="1052860194"/>
              </p:ext>
            </p:extLst>
          </p:nvPr>
        </p:nvGraphicFramePr>
        <p:xfrm>
          <a:off x="4649957" y="2163279"/>
          <a:ext cx="6967728" cy="25314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descr="A cartoon of a doctor looking at files&#10;&#10;Description automatically generated">
            <a:extLst>
              <a:ext uri="{FF2B5EF4-FFF2-40B4-BE49-F238E27FC236}">
                <a16:creationId xmlns:a16="http://schemas.microsoft.com/office/drawing/2014/main" id="{B5471DB2-1187-9465-9F44-DFB7F6E46E62}"/>
              </a:ext>
            </a:extLst>
          </p:cNvPr>
          <p:cNvPicPr>
            <a:picLocks noChangeAspect="1"/>
          </p:cNvPicPr>
          <p:nvPr/>
        </p:nvPicPr>
        <p:blipFill>
          <a:blip r:embed="rId8">
            <a:extLst>
              <a:ext uri="{837473B0-CC2E-450A-ABE3-18F120FF3D39}">
                <a1611:picAttrSrcUrl xmlns:a1611="http://schemas.microsoft.com/office/drawing/2016/11/main" r:id="rId9"/>
              </a:ext>
            </a:extLst>
          </a:blip>
          <a:stretch>
            <a:fillRect/>
          </a:stretch>
        </p:blipFill>
        <p:spPr>
          <a:xfrm>
            <a:off x="865650" y="2446107"/>
            <a:ext cx="3115812" cy="3072625"/>
          </a:xfrm>
          <a:prstGeom prst="rect">
            <a:avLst/>
          </a:prstGeom>
        </p:spPr>
      </p:pic>
      <p:sp>
        <p:nvSpPr>
          <p:cNvPr id="5" name="TextBox 4">
            <a:extLst>
              <a:ext uri="{FF2B5EF4-FFF2-40B4-BE49-F238E27FC236}">
                <a16:creationId xmlns:a16="http://schemas.microsoft.com/office/drawing/2014/main" id="{F3101868-69AD-FC1B-CE7E-687D2D86E462}"/>
              </a:ext>
            </a:extLst>
          </p:cNvPr>
          <p:cNvSpPr txBox="1"/>
          <p:nvPr/>
        </p:nvSpPr>
        <p:spPr>
          <a:xfrm>
            <a:off x="7137312" y="3609058"/>
            <a:ext cx="2005972" cy="217567"/>
          </a:xfrm>
          <a:prstGeom prst="rect">
            <a:avLst/>
          </a:prstGeom>
        </p:spPr>
        <p:txBody>
          <a:bodyPr lIns="91440" tIns="45720" rIns="91440" bIns="45720" anchor="t">
            <a:normAutofit fontScale="77500" lnSpcReduction="20000"/>
          </a:bodyPr>
          <a:lstStyle/>
          <a:p>
            <a:pPr defTabSz="621792">
              <a:lnSpc>
                <a:spcPct val="90000"/>
              </a:lnSpc>
              <a:spcAft>
                <a:spcPts val="600"/>
              </a:spcAft>
            </a:pPr>
            <a:r>
              <a:rPr lang="en-US" sz="700" kern="1200" dirty="0" err="1">
                <a:latin typeface="+mn-lt"/>
                <a:ea typeface="+mn-ea"/>
                <a:cs typeface="+mn-cs"/>
              </a:rPr>
              <a:t>ThePhoto</a:t>
            </a:r>
            <a:r>
              <a:rPr lang="en-US" sz="700" kern="1200" dirty="0">
                <a:latin typeface="+mn-lt"/>
                <a:ea typeface="+mn-ea"/>
                <a:cs typeface="+mn-cs"/>
              </a:rPr>
              <a:t> by </a:t>
            </a:r>
            <a:r>
              <a:rPr lang="en-US" sz="700" dirty="0" err="1"/>
              <a:t>PhotoAhor</a:t>
            </a:r>
            <a:r>
              <a:rPr lang="en-US" sz="700" kern="1200" dirty="0">
                <a:latin typeface="+mn-lt"/>
                <a:ea typeface="+mn-ea"/>
                <a:cs typeface="+mn-cs"/>
              </a:rPr>
              <a:t> is licensed under CCYYSA.</a:t>
            </a:r>
            <a:endParaRPr lang="en-US" sz="700" dirty="0"/>
          </a:p>
        </p:txBody>
      </p:sp>
    </p:spTree>
    <p:extLst>
      <p:ext uri="{BB962C8B-B14F-4D97-AF65-F5344CB8AC3E}">
        <p14:creationId xmlns:p14="http://schemas.microsoft.com/office/powerpoint/2010/main" val="39196272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0D01200-0224-43C5-AB38-FB4D16B73F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C0F379-8734-EC86-7763-64E9940F5EC2}"/>
              </a:ext>
            </a:extLst>
          </p:cNvPr>
          <p:cNvSpPr>
            <a:spLocks noGrp="1"/>
          </p:cNvSpPr>
          <p:nvPr>
            <p:ph type="title"/>
          </p:nvPr>
        </p:nvSpPr>
        <p:spPr>
          <a:xfrm>
            <a:off x="612648" y="1078992"/>
            <a:ext cx="6268770" cy="1536192"/>
          </a:xfrm>
        </p:spPr>
        <p:txBody>
          <a:bodyPr anchor="b">
            <a:normAutofit/>
          </a:bodyPr>
          <a:lstStyle/>
          <a:p>
            <a:r>
              <a:rPr lang="en-US" sz="5200" dirty="0">
                <a:solidFill>
                  <a:schemeClr val="accent6"/>
                </a:solidFill>
                <a:latin typeface="Times New Roman"/>
                <a:cs typeface="Times New Roman"/>
              </a:rPr>
              <a:t>SOLUTION</a:t>
            </a:r>
            <a:endParaRPr lang="en-US" sz="5200" dirty="0">
              <a:solidFill>
                <a:schemeClr val="accent6"/>
              </a:solidFill>
            </a:endParaRPr>
          </a:p>
        </p:txBody>
      </p:sp>
      <p:sp>
        <p:nvSpPr>
          <p:cNvPr id="24" name="Rectangle 23">
            <a:extLst>
              <a:ext uri="{FF2B5EF4-FFF2-40B4-BE49-F238E27FC236}">
                <a16:creationId xmlns:a16="http://schemas.microsoft.com/office/drawing/2014/main" id="{728A44A4-A002-4A88-9FC9-1D0566C97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3202"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3E7D5C7B-DD16-401B-85CE-4AAA2A4F5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506"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FCF2E026-D0FE-132B-27EE-41B936CE20DD}"/>
              </a:ext>
            </a:extLst>
          </p:cNvPr>
          <p:cNvSpPr>
            <a:spLocks noGrp="1"/>
          </p:cNvSpPr>
          <p:nvPr>
            <p:ph idx="1"/>
          </p:nvPr>
        </p:nvSpPr>
        <p:spPr>
          <a:xfrm>
            <a:off x="612648" y="3355848"/>
            <a:ext cx="6268770" cy="2825496"/>
          </a:xfrm>
        </p:spPr>
        <p:txBody>
          <a:bodyPr vert="horz" lIns="91440" tIns="45720" rIns="91440" bIns="45720" rtlCol="0" anchor="t">
            <a:noAutofit/>
          </a:bodyPr>
          <a:lstStyle/>
          <a:p>
            <a:pPr>
              <a:buFont typeface="Wingdings" panose="020B0604020202020204" pitchFamily="34" charset="0"/>
              <a:buChar char="ü"/>
            </a:pPr>
            <a:r>
              <a:rPr lang="en-US" sz="2000" dirty="0">
                <a:latin typeface="Times New Roman"/>
                <a:cs typeface="Times New Roman"/>
              </a:rPr>
              <a:t>Development</a:t>
            </a:r>
            <a:r>
              <a:rPr lang="en-US" sz="2000" dirty="0">
                <a:latin typeface="Times New Roman"/>
                <a:ea typeface="+mn-lt"/>
                <a:cs typeface="+mn-lt"/>
              </a:rPr>
              <a:t> of a comprehensive School Management System.</a:t>
            </a:r>
            <a:endParaRPr lang="en-US" sz="2000" dirty="0">
              <a:latin typeface="Times New Roman"/>
              <a:cs typeface="Times New Roman"/>
            </a:endParaRPr>
          </a:p>
          <a:p>
            <a:pPr>
              <a:buFont typeface="Wingdings" panose="020B0604020202020204" pitchFamily="34" charset="0"/>
              <a:buChar char="ü"/>
            </a:pPr>
            <a:r>
              <a:rPr lang="en-US" sz="2000" dirty="0">
                <a:latin typeface="Times New Roman"/>
                <a:cs typeface="Times New Roman"/>
              </a:rPr>
              <a:t>Automated</a:t>
            </a:r>
            <a:r>
              <a:rPr lang="en-US" sz="2000" dirty="0">
                <a:latin typeface="Times New Roman"/>
                <a:ea typeface="+mn-lt"/>
                <a:cs typeface="+mn-lt"/>
              </a:rPr>
              <a:t> processes for student and teacher enrollment.</a:t>
            </a:r>
            <a:endParaRPr lang="en-US" sz="2000" dirty="0">
              <a:latin typeface="Times New Roman"/>
              <a:cs typeface="Times New Roman"/>
            </a:endParaRPr>
          </a:p>
          <a:p>
            <a:pPr>
              <a:buFont typeface="Wingdings" panose="020B0604020202020204" pitchFamily="34" charset="0"/>
              <a:buChar char="ü"/>
            </a:pPr>
            <a:r>
              <a:rPr lang="en-US" sz="2000" dirty="0">
                <a:latin typeface="Times New Roman"/>
                <a:cs typeface="Times New Roman"/>
              </a:rPr>
              <a:t>Centralized</a:t>
            </a:r>
            <a:r>
              <a:rPr lang="en-US" sz="2000" dirty="0">
                <a:latin typeface="Times New Roman"/>
                <a:ea typeface="+mn-lt"/>
                <a:cs typeface="+mn-lt"/>
              </a:rPr>
              <a:t> record-keeping and data management.</a:t>
            </a:r>
            <a:endParaRPr lang="en-US" sz="2000" dirty="0">
              <a:latin typeface="Times New Roman"/>
              <a:cs typeface="Times New Roman"/>
            </a:endParaRPr>
          </a:p>
          <a:p>
            <a:pPr>
              <a:buFont typeface="Wingdings" panose="020B0604020202020204" pitchFamily="34" charset="0"/>
              <a:buChar char="ü"/>
            </a:pPr>
            <a:r>
              <a:rPr lang="en-US" sz="2000" dirty="0">
                <a:latin typeface="Times New Roman"/>
                <a:cs typeface="Times New Roman"/>
              </a:rPr>
              <a:t>Robust</a:t>
            </a:r>
            <a:r>
              <a:rPr lang="en-US" sz="2000" dirty="0">
                <a:latin typeface="Times New Roman"/>
                <a:ea typeface="+mn-lt"/>
                <a:cs typeface="+mn-lt"/>
              </a:rPr>
              <a:t> security measures to protect data privacy</a:t>
            </a:r>
          </a:p>
          <a:p>
            <a:pPr>
              <a:buFont typeface="Wingdings" panose="020B0604020202020204" pitchFamily="34" charset="0"/>
              <a:buChar char="ü"/>
            </a:pPr>
            <a:r>
              <a:rPr lang="en-US" sz="2000" dirty="0">
                <a:latin typeface="Times New Roman"/>
                <a:ea typeface="+mn-lt"/>
                <a:cs typeface="+mn-lt"/>
              </a:rPr>
              <a:t>Improved communication tools for administrators, teachers, and students.</a:t>
            </a:r>
            <a:endParaRPr lang="en-US" sz="2000" dirty="0">
              <a:latin typeface="Times New Roman"/>
              <a:cs typeface="Times New Roman"/>
            </a:endParaRPr>
          </a:p>
          <a:p>
            <a:pPr>
              <a:buFont typeface="Wingdings" panose="020B0604020202020204" pitchFamily="34" charset="0"/>
              <a:buChar char="ü"/>
            </a:pPr>
            <a:endParaRPr lang="en-US" sz="1800"/>
          </a:p>
        </p:txBody>
      </p:sp>
      <p:pic>
        <p:nvPicPr>
          <p:cNvPr id="4" name="Picture 3" descr="A group of children sitting at a desk using computers&#10;&#10;Description automatically generated">
            <a:extLst>
              <a:ext uri="{FF2B5EF4-FFF2-40B4-BE49-F238E27FC236}">
                <a16:creationId xmlns:a16="http://schemas.microsoft.com/office/drawing/2014/main" id="{935DBD90-6715-687B-CDA3-EE3FF2AE64D4}"/>
              </a:ext>
            </a:extLst>
          </p:cNvPr>
          <p:cNvPicPr>
            <a:picLocks noChangeAspect="1"/>
          </p:cNvPicPr>
          <p:nvPr/>
        </p:nvPicPr>
        <p:blipFill rotWithShape="1">
          <a:blip r:embed="rId3">
            <a:extLst>
              <a:ext uri="{837473B0-CC2E-450A-ABE3-18F120FF3D39}">
                <a1611:picAttrSrcUrl xmlns:a1611="http://schemas.microsoft.com/office/drawing/2016/11/main" r:id="rId4"/>
              </a:ext>
            </a:extLst>
          </a:blip>
          <a:srcRect t="4343" r="-2" b="1825"/>
          <a:stretch/>
        </p:blipFill>
        <p:spPr>
          <a:xfrm>
            <a:off x="7494066" y="1403126"/>
            <a:ext cx="4237686" cy="3976225"/>
          </a:xfrm>
          <a:prstGeom prst="rect">
            <a:avLst/>
          </a:prstGeom>
        </p:spPr>
      </p:pic>
    </p:spTree>
    <p:extLst>
      <p:ext uri="{BB962C8B-B14F-4D97-AF65-F5344CB8AC3E}">
        <p14:creationId xmlns:p14="http://schemas.microsoft.com/office/powerpoint/2010/main" val="2723412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EDADF-D730-E37E-1F85-237F9135E869}"/>
              </a:ext>
            </a:extLst>
          </p:cNvPr>
          <p:cNvSpPr>
            <a:spLocks noGrp="1"/>
          </p:cNvSpPr>
          <p:nvPr>
            <p:ph type="title"/>
          </p:nvPr>
        </p:nvSpPr>
        <p:spPr/>
        <p:txBody>
          <a:bodyPr/>
          <a:lstStyle/>
          <a:p>
            <a:pPr algn="ctr"/>
            <a:r>
              <a:rPr lang="en-US" sz="4400" dirty="0">
                <a:solidFill>
                  <a:schemeClr val="accent6"/>
                </a:solidFill>
                <a:latin typeface="Times New Roman"/>
                <a:ea typeface="+mj-lt"/>
                <a:cs typeface="+mj-lt"/>
              </a:rPr>
              <a:t>Project Overview</a:t>
            </a:r>
            <a:endParaRPr lang="en-US" dirty="0">
              <a:solidFill>
                <a:schemeClr val="accent6"/>
              </a:solidFill>
              <a:latin typeface="Times New Roman"/>
              <a:cs typeface="Times New Roman"/>
            </a:endParaRPr>
          </a:p>
        </p:txBody>
      </p:sp>
      <p:sp>
        <p:nvSpPr>
          <p:cNvPr id="3" name="Content Placeholder 2">
            <a:extLst>
              <a:ext uri="{FF2B5EF4-FFF2-40B4-BE49-F238E27FC236}">
                <a16:creationId xmlns:a16="http://schemas.microsoft.com/office/drawing/2014/main" id="{34D07F8E-72AE-7D63-8280-05E7D4F93B5E}"/>
              </a:ext>
            </a:extLst>
          </p:cNvPr>
          <p:cNvSpPr>
            <a:spLocks noGrp="1"/>
          </p:cNvSpPr>
          <p:nvPr>
            <p:ph idx="1"/>
          </p:nvPr>
        </p:nvSpPr>
        <p:spPr/>
        <p:txBody>
          <a:bodyPr vert="horz" lIns="91440" tIns="45720" rIns="91440" bIns="45720" rtlCol="0" anchor="t">
            <a:normAutofit/>
          </a:bodyPr>
          <a:lstStyle/>
          <a:p>
            <a:pPr>
              <a:buFont typeface="Wingdings" panose="020B0604020202020204" pitchFamily="34" charset="0"/>
              <a:buChar char="Ø"/>
            </a:pPr>
            <a:r>
              <a:rPr lang="en-US" dirty="0">
                <a:latin typeface="Times New Roman"/>
                <a:cs typeface="Times New Roman"/>
              </a:rPr>
              <a:t>Core Components: User Authentication, Administrative Dashboards, Student Management and</a:t>
            </a:r>
            <a:r>
              <a:rPr lang="en-US" sz="2000" dirty="0">
                <a:latin typeface="Times New Roman"/>
                <a:cs typeface="Times New Roman"/>
              </a:rPr>
              <a:t> </a:t>
            </a:r>
            <a:r>
              <a:rPr lang="en-US" dirty="0">
                <a:latin typeface="Times New Roman"/>
                <a:cs typeface="Times New Roman"/>
              </a:rPr>
              <a:t>Teacher Management </a:t>
            </a:r>
          </a:p>
          <a:p>
            <a:pPr>
              <a:buFont typeface="Wingdings" panose="020B0604020202020204" pitchFamily="34" charset="0"/>
              <a:buChar char="Ø"/>
            </a:pPr>
            <a:r>
              <a:rPr lang="en-US" dirty="0">
                <a:latin typeface="Times New Roman"/>
                <a:cs typeface="Times New Roman"/>
              </a:rPr>
              <a:t>Technologies Used: C#, SQL Server</a:t>
            </a:r>
          </a:p>
          <a:p>
            <a:pPr>
              <a:buFont typeface="Wingdings" panose="020B0604020202020204" pitchFamily="34" charset="0"/>
              <a:buChar char="Ø"/>
            </a:pPr>
            <a:r>
              <a:rPr lang="en-US" dirty="0">
                <a:latin typeface="Times New Roman"/>
                <a:cs typeface="Times New Roman"/>
              </a:rPr>
              <a:t>Implementation Phases: Installation and Integration, Testing and Quality Assurance, User Training and Documentation and Ongoing Support and Maintenance.</a:t>
            </a:r>
            <a:endParaRPr lang="en-US" dirty="0"/>
          </a:p>
          <a:p>
            <a:pPr marL="0" indent="0">
              <a:buNone/>
            </a:pPr>
            <a:endParaRPr lang="en-US" dirty="0"/>
          </a:p>
        </p:txBody>
      </p:sp>
    </p:spTree>
    <p:extLst>
      <p:ext uri="{BB962C8B-B14F-4D97-AF65-F5344CB8AC3E}">
        <p14:creationId xmlns:p14="http://schemas.microsoft.com/office/powerpoint/2010/main" val="1311114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84ECDE7A-6944-466D-8FFE-149A29BA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9">
            <a:extLst>
              <a:ext uri="{FF2B5EF4-FFF2-40B4-BE49-F238E27FC236}">
                <a16:creationId xmlns:a16="http://schemas.microsoft.com/office/drawing/2014/main" id="{B3420082-9415-44EC-802E-C77D71D5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1" name="Rectangle 20">
            <a:extLst>
              <a:ext uri="{FF2B5EF4-FFF2-40B4-BE49-F238E27FC236}">
                <a16:creationId xmlns:a16="http://schemas.microsoft.com/office/drawing/2014/main" id="{55A52C45-1FCB-4636-A80F-2849B8226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CE45F15-F8EA-2E9F-2E5A-252180373948}"/>
              </a:ext>
            </a:extLst>
          </p:cNvPr>
          <p:cNvSpPr>
            <a:spLocks noGrp="1"/>
          </p:cNvSpPr>
          <p:nvPr>
            <p:ph type="title"/>
          </p:nvPr>
        </p:nvSpPr>
        <p:spPr>
          <a:xfrm>
            <a:off x="1115568" y="548640"/>
            <a:ext cx="10168128" cy="1179576"/>
          </a:xfrm>
        </p:spPr>
        <p:txBody>
          <a:bodyPr>
            <a:normAutofit/>
          </a:bodyPr>
          <a:lstStyle/>
          <a:p>
            <a:pPr algn="ctr"/>
            <a:r>
              <a:rPr lang="en-US" dirty="0">
                <a:solidFill>
                  <a:schemeClr val="accent6"/>
                </a:solidFill>
                <a:latin typeface="Times New Roman"/>
                <a:cs typeface="Times New Roman"/>
              </a:rPr>
              <a:t> User Interface - Opening</a:t>
            </a:r>
            <a:endParaRPr lang="en-US" dirty="0">
              <a:solidFill>
                <a:schemeClr val="accent6"/>
              </a:solidFill>
            </a:endParaRPr>
          </a:p>
        </p:txBody>
      </p:sp>
      <p:sp>
        <p:nvSpPr>
          <p:cNvPr id="22" name="Rectangle 21">
            <a:extLst>
              <a:ext uri="{FF2B5EF4-FFF2-40B4-BE49-F238E27FC236}">
                <a16:creationId xmlns:a16="http://schemas.microsoft.com/office/drawing/2014/main" id="{768EB4DD-3704-43AD-92B3-C4E0C6EA9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70799"/>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descr="A blue screen with a logo and text&#10;&#10;Description automatically generated">
            <a:extLst>
              <a:ext uri="{FF2B5EF4-FFF2-40B4-BE49-F238E27FC236}">
                <a16:creationId xmlns:a16="http://schemas.microsoft.com/office/drawing/2014/main" id="{C9A21C07-928D-337D-A64B-54BA5996D348}"/>
              </a:ext>
            </a:extLst>
          </p:cNvPr>
          <p:cNvPicPr>
            <a:picLocks noChangeAspect="1"/>
          </p:cNvPicPr>
          <p:nvPr/>
        </p:nvPicPr>
        <p:blipFill rotWithShape="1">
          <a:blip r:embed="rId3"/>
          <a:srcRect t="11109" r="2" b="4689"/>
          <a:stretch/>
        </p:blipFill>
        <p:spPr>
          <a:xfrm>
            <a:off x="908304" y="2478024"/>
            <a:ext cx="6009855" cy="3694176"/>
          </a:xfrm>
          <a:prstGeom prst="rect">
            <a:avLst/>
          </a:prstGeom>
        </p:spPr>
      </p:pic>
      <p:sp>
        <p:nvSpPr>
          <p:cNvPr id="3" name="Content Placeholder 2">
            <a:extLst>
              <a:ext uri="{FF2B5EF4-FFF2-40B4-BE49-F238E27FC236}">
                <a16:creationId xmlns:a16="http://schemas.microsoft.com/office/drawing/2014/main" id="{F9F6F4B7-4629-1C48-EC83-BAA737F631B4}"/>
              </a:ext>
            </a:extLst>
          </p:cNvPr>
          <p:cNvSpPr>
            <a:spLocks noGrp="1"/>
          </p:cNvSpPr>
          <p:nvPr>
            <p:ph idx="1"/>
          </p:nvPr>
        </p:nvSpPr>
        <p:spPr>
          <a:xfrm>
            <a:off x="7411453" y="2728544"/>
            <a:ext cx="3872243" cy="3443656"/>
          </a:xfrm>
        </p:spPr>
        <p:txBody>
          <a:bodyPr vert="horz" lIns="91440" tIns="45720" rIns="91440" bIns="45720" rtlCol="0" anchor="ctr">
            <a:noAutofit/>
          </a:bodyPr>
          <a:lstStyle/>
          <a:p>
            <a:r>
              <a:rPr lang="en-US" sz="2000" dirty="0">
                <a:latin typeface="Times New Roman"/>
                <a:cs typeface="Times New Roman"/>
              </a:rPr>
              <a:t>The system is designed with a user-friendly interface, featuring intuitive navigation and a clear layout to ensure ease of use. Accessibility is a key focus, ensuring that all users, including administrators, teachers, and students, can navigate the system efficiently and effectively.“</a:t>
            </a:r>
            <a:endParaRPr lang="en-US" sz="2000" dirty="0">
              <a:latin typeface="Times New Roman"/>
            </a:endParaRPr>
          </a:p>
          <a:p>
            <a:endParaRPr lang="en-US" sz="1800"/>
          </a:p>
        </p:txBody>
      </p:sp>
    </p:spTree>
    <p:extLst>
      <p:ext uri="{BB962C8B-B14F-4D97-AF65-F5344CB8AC3E}">
        <p14:creationId xmlns:p14="http://schemas.microsoft.com/office/powerpoint/2010/main" val="7187794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94AA2BD-2E3F-4B1D-8127-5744B8115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B74065-6CA2-A871-D4B0-431571550201}"/>
              </a:ext>
            </a:extLst>
          </p:cNvPr>
          <p:cNvSpPr>
            <a:spLocks noGrp="1"/>
          </p:cNvSpPr>
          <p:nvPr>
            <p:ph type="title"/>
          </p:nvPr>
        </p:nvSpPr>
        <p:spPr>
          <a:xfrm>
            <a:off x="411480" y="987552"/>
            <a:ext cx="4485861" cy="1088136"/>
          </a:xfrm>
        </p:spPr>
        <p:txBody>
          <a:bodyPr anchor="b">
            <a:normAutofit/>
          </a:bodyPr>
          <a:lstStyle/>
          <a:p>
            <a:r>
              <a:rPr lang="en-US" sz="3400" dirty="0">
                <a:solidFill>
                  <a:schemeClr val="accent6"/>
                </a:solidFill>
                <a:latin typeface="Times New Roman"/>
                <a:cs typeface="Times New Roman"/>
              </a:rPr>
              <a:t>User Interface (Login)</a:t>
            </a:r>
            <a:endParaRPr lang="en-US" sz="3400" dirty="0">
              <a:solidFill>
                <a:schemeClr val="accent6"/>
              </a:solidFill>
            </a:endParaRPr>
          </a:p>
        </p:txBody>
      </p:sp>
      <p:sp>
        <p:nvSpPr>
          <p:cNvPr id="11" name="Rectangle 10">
            <a:extLst>
              <a:ext uri="{FF2B5EF4-FFF2-40B4-BE49-F238E27FC236}">
                <a16:creationId xmlns:a16="http://schemas.microsoft.com/office/drawing/2014/main" id="{4BD02261-2DC8-4AA8-9E16-7751AE892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3D752CF2-2291-40B5-B462-C17B174C1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6000"/>
            <a:ext cx="43891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F0BA74BD-1512-53AE-C8AC-6957C684F2E0}"/>
              </a:ext>
            </a:extLst>
          </p:cNvPr>
          <p:cNvSpPr>
            <a:spLocks noGrp="1"/>
          </p:cNvSpPr>
          <p:nvPr>
            <p:ph idx="1"/>
          </p:nvPr>
        </p:nvSpPr>
        <p:spPr>
          <a:xfrm>
            <a:off x="411479" y="2688336"/>
            <a:ext cx="4498848" cy="3584448"/>
          </a:xfrm>
        </p:spPr>
        <p:txBody>
          <a:bodyPr vert="horz" lIns="91440" tIns="45720" rIns="91440" bIns="45720" rtlCol="0" anchor="t">
            <a:normAutofit/>
          </a:bodyPr>
          <a:lstStyle/>
          <a:p>
            <a:pPr marL="0" indent="0">
              <a:buNone/>
            </a:pPr>
            <a:r>
              <a:rPr lang="en-US" sz="1700" b="1" dirty="0">
                <a:solidFill>
                  <a:schemeClr val="accent4"/>
                </a:solidFill>
                <a:latin typeface="Times New Roman"/>
                <a:ea typeface="+mn-lt"/>
                <a:cs typeface="+mn-lt"/>
              </a:rPr>
              <a:t>Features</a:t>
            </a:r>
            <a:endParaRPr lang="en-US" sz="1700" dirty="0">
              <a:solidFill>
                <a:schemeClr val="accent4"/>
              </a:solidFill>
              <a:latin typeface="Times New Roman"/>
            </a:endParaRPr>
          </a:p>
          <a:p>
            <a:r>
              <a:rPr lang="en-US" dirty="0">
                <a:latin typeface="Times New Roman"/>
                <a:ea typeface="+mn-lt"/>
                <a:cs typeface="+mn-lt"/>
              </a:rPr>
              <a:t>Secure user authentication</a:t>
            </a:r>
            <a:endParaRPr lang="en-US">
              <a:latin typeface="Times New Roman"/>
              <a:cs typeface="Times New Roman"/>
            </a:endParaRPr>
          </a:p>
          <a:p>
            <a:r>
              <a:rPr lang="en-US" dirty="0">
                <a:latin typeface="Times New Roman"/>
                <a:ea typeface="+mn-lt"/>
                <a:cs typeface="+mn-lt"/>
              </a:rPr>
              <a:t>Username and password fields</a:t>
            </a:r>
            <a:endParaRPr lang="en-US">
              <a:latin typeface="Times New Roman"/>
              <a:cs typeface="Times New Roman"/>
            </a:endParaRPr>
          </a:p>
          <a:p>
            <a:r>
              <a:rPr lang="en-US" dirty="0">
                <a:latin typeface="Times New Roman"/>
                <a:ea typeface="+mn-lt"/>
                <a:cs typeface="+mn-lt"/>
              </a:rPr>
              <a:t>Error messages for incorrect credentials</a:t>
            </a:r>
            <a:endParaRPr lang="en-US">
              <a:latin typeface="Times New Roman"/>
              <a:cs typeface="Times New Roman"/>
            </a:endParaRPr>
          </a:p>
          <a:p>
            <a:r>
              <a:rPr lang="en-US" dirty="0">
                <a:latin typeface="Times New Roman"/>
                <a:cs typeface="Arial"/>
              </a:rPr>
              <a:t>“</a:t>
            </a:r>
            <a:r>
              <a:rPr lang="en-US" dirty="0">
                <a:latin typeface="Times New Roman"/>
                <a:ea typeface="+mn-lt"/>
                <a:cs typeface="+mn-lt"/>
              </a:rPr>
              <a:t>Show Password" option</a:t>
            </a:r>
            <a:endParaRPr lang="en-US" dirty="0">
              <a:latin typeface="Times New Roman"/>
            </a:endParaRPr>
          </a:p>
          <a:p>
            <a:endParaRPr lang="en-US" sz="1700"/>
          </a:p>
        </p:txBody>
      </p:sp>
      <p:pic>
        <p:nvPicPr>
          <p:cNvPr id="4" name="Picture 3" descr="A screen shot of a login screen&#10;&#10;Description automatically generated">
            <a:extLst>
              <a:ext uri="{FF2B5EF4-FFF2-40B4-BE49-F238E27FC236}">
                <a16:creationId xmlns:a16="http://schemas.microsoft.com/office/drawing/2014/main" id="{23A1F41F-DC34-3F59-88B1-6CB1A396568D}"/>
              </a:ext>
            </a:extLst>
          </p:cNvPr>
          <p:cNvPicPr>
            <a:picLocks noChangeAspect="1"/>
          </p:cNvPicPr>
          <p:nvPr/>
        </p:nvPicPr>
        <p:blipFill rotWithShape="1">
          <a:blip r:embed="rId3"/>
          <a:srcRect l="15594" r="18156" b="-1"/>
          <a:stretch/>
        </p:blipFill>
        <p:spPr>
          <a:xfrm>
            <a:off x="5308052" y="10"/>
            <a:ext cx="6883948" cy="6857990"/>
          </a:xfrm>
          <a:custGeom>
            <a:avLst/>
            <a:gdLst/>
            <a:ahLst/>
            <a:cxnLst/>
            <a:rect l="l" t="t" r="r" b="b"/>
            <a:pathLst>
              <a:path w="6883948" h="6858000">
                <a:moveTo>
                  <a:pt x="365648" y="0"/>
                </a:moveTo>
                <a:lnTo>
                  <a:pt x="6883948" y="0"/>
                </a:lnTo>
                <a:lnTo>
                  <a:pt x="6883948" y="6858000"/>
                </a:lnTo>
                <a:lnTo>
                  <a:pt x="365648" y="6858000"/>
                </a:lnTo>
                <a:lnTo>
                  <a:pt x="360213" y="6835050"/>
                </a:lnTo>
                <a:cubicBezTo>
                  <a:pt x="128263" y="5788167"/>
                  <a:pt x="0" y="4637179"/>
                  <a:pt x="0" y="3429001"/>
                </a:cubicBezTo>
                <a:cubicBezTo>
                  <a:pt x="0" y="2220824"/>
                  <a:pt x="128263" y="1069835"/>
                  <a:pt x="360213" y="22952"/>
                </a:cubicBezTo>
                <a:close/>
              </a:path>
            </a:pathLst>
          </a:custGeom>
          <a:effectLst>
            <a:outerShdw blurRad="50800" dist="38100" dir="10800000" algn="r" rotWithShape="0">
              <a:schemeClr val="bg1">
                <a:lumMod val="85000"/>
                <a:alpha val="30000"/>
              </a:schemeClr>
            </a:outerShdw>
          </a:effectLst>
        </p:spPr>
      </p:pic>
    </p:spTree>
    <p:extLst>
      <p:ext uri="{BB962C8B-B14F-4D97-AF65-F5344CB8AC3E}">
        <p14:creationId xmlns:p14="http://schemas.microsoft.com/office/powerpoint/2010/main" val="1554985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C9B446A-6343-4E56-90BA-061E4DDF0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3EC72A1B-03D3-499C-B4BF-AC68EEC22B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216322C2-3CF0-4D33-BF90-3F384CF6D2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90FD7BD-BAB1-31D8-AF73-CCCC20913EE7}"/>
              </a:ext>
            </a:extLst>
          </p:cNvPr>
          <p:cNvSpPr>
            <a:spLocks noGrp="1"/>
          </p:cNvSpPr>
          <p:nvPr>
            <p:ph type="title"/>
          </p:nvPr>
        </p:nvSpPr>
        <p:spPr>
          <a:xfrm>
            <a:off x="371094" y="1161288"/>
            <a:ext cx="3438144" cy="1124712"/>
          </a:xfrm>
        </p:spPr>
        <p:txBody>
          <a:bodyPr anchor="b">
            <a:normAutofit/>
          </a:bodyPr>
          <a:lstStyle/>
          <a:p>
            <a:r>
              <a:rPr lang="en-US" sz="2800" dirty="0">
                <a:solidFill>
                  <a:srgbClr val="824F8C"/>
                </a:solidFill>
                <a:latin typeface="Times New Roman"/>
                <a:ea typeface="+mj-lt"/>
                <a:cs typeface="+mj-lt"/>
              </a:rPr>
              <a:t>User Interface - Dashboard</a:t>
            </a:r>
            <a:endParaRPr lang="en-US" sz="2800" dirty="0">
              <a:solidFill>
                <a:srgbClr val="824F8C"/>
              </a:solidFill>
              <a:latin typeface="Times New Roman"/>
              <a:cs typeface="Times New Roman"/>
            </a:endParaRPr>
          </a:p>
        </p:txBody>
      </p:sp>
      <p:sp>
        <p:nvSpPr>
          <p:cNvPr id="15" name="Rectangle 14">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3756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78152E36-4D22-D761-C053-3FF3E9256ED5}"/>
              </a:ext>
            </a:extLst>
          </p:cNvPr>
          <p:cNvSpPr>
            <a:spLocks noGrp="1"/>
          </p:cNvSpPr>
          <p:nvPr>
            <p:ph idx="1"/>
          </p:nvPr>
        </p:nvSpPr>
        <p:spPr>
          <a:xfrm>
            <a:off x="412847" y="2718054"/>
            <a:ext cx="3376277" cy="3843997"/>
          </a:xfrm>
        </p:spPr>
        <p:txBody>
          <a:bodyPr vert="horz" lIns="91440" tIns="45720" rIns="91440" bIns="45720" rtlCol="0" anchor="t">
            <a:noAutofit/>
          </a:bodyPr>
          <a:lstStyle/>
          <a:p>
            <a:pPr marL="0" indent="0">
              <a:lnSpc>
                <a:spcPct val="100000"/>
              </a:lnSpc>
              <a:buNone/>
            </a:pPr>
            <a:r>
              <a:rPr lang="en-US" sz="1800" dirty="0">
                <a:solidFill>
                  <a:schemeClr val="accent4"/>
                </a:solidFill>
                <a:latin typeface="Times New Roman"/>
                <a:ea typeface="+mn-lt"/>
                <a:cs typeface="+mn-lt"/>
              </a:rPr>
              <a:t>Features</a:t>
            </a:r>
            <a:endParaRPr lang="en-US" sz="1800">
              <a:solidFill>
                <a:schemeClr val="accent4"/>
              </a:solidFill>
              <a:latin typeface="Times New Roman"/>
              <a:cs typeface="Times New Roman"/>
            </a:endParaRPr>
          </a:p>
          <a:p>
            <a:pPr>
              <a:lnSpc>
                <a:spcPct val="100000"/>
              </a:lnSpc>
              <a:buFont typeface="Courier New" panose="020B0604020202020204" pitchFamily="34" charset="0"/>
              <a:buChar char="o"/>
            </a:pPr>
            <a:r>
              <a:rPr lang="en-US" sz="1800" dirty="0">
                <a:latin typeface="Times New Roman"/>
                <a:ea typeface="+mn-lt"/>
                <a:cs typeface="+mn-lt"/>
              </a:rPr>
              <a:t>Overview of Today enrolled Students </a:t>
            </a:r>
            <a:endParaRPr lang="en-US" sz="1800">
              <a:latin typeface="Times New Roman"/>
              <a:cs typeface="Times New Roman"/>
            </a:endParaRPr>
          </a:p>
          <a:p>
            <a:pPr>
              <a:lnSpc>
                <a:spcPct val="100000"/>
              </a:lnSpc>
              <a:buFont typeface="Courier New" panose="020B0604020202020204" pitchFamily="34" charset="0"/>
              <a:buChar char="o"/>
            </a:pPr>
            <a:r>
              <a:rPr lang="en-US" sz="1800" dirty="0">
                <a:latin typeface="Times New Roman"/>
                <a:ea typeface="+mn-lt"/>
                <a:cs typeface="+mn-lt"/>
              </a:rPr>
              <a:t>Total number of students and teachers</a:t>
            </a:r>
            <a:endParaRPr lang="en-US" sz="1800">
              <a:latin typeface="Times New Roman"/>
              <a:cs typeface="Times New Roman"/>
            </a:endParaRPr>
          </a:p>
          <a:p>
            <a:pPr>
              <a:lnSpc>
                <a:spcPct val="100000"/>
              </a:lnSpc>
              <a:buFont typeface="Courier New" panose="020B0604020202020204" pitchFamily="34" charset="0"/>
              <a:buChar char="o"/>
            </a:pPr>
            <a:r>
              <a:rPr lang="en-US" sz="1800" dirty="0">
                <a:latin typeface="Times New Roman"/>
                <a:ea typeface="+mn-lt"/>
                <a:cs typeface="+mn-lt"/>
              </a:rPr>
              <a:t>Real-time updates</a:t>
            </a:r>
            <a:endParaRPr lang="en-US" sz="1800">
              <a:latin typeface="Times New Roman"/>
              <a:cs typeface="Times New Roman"/>
            </a:endParaRPr>
          </a:p>
          <a:p>
            <a:pPr>
              <a:lnSpc>
                <a:spcPct val="100000"/>
              </a:lnSpc>
              <a:buFont typeface="Courier New" panose="020B0604020202020204" pitchFamily="34" charset="0"/>
              <a:buChar char="o"/>
            </a:pPr>
            <a:r>
              <a:rPr lang="en-US" sz="1800" dirty="0">
                <a:latin typeface="Times New Roman"/>
                <a:ea typeface="+mn-lt"/>
                <a:cs typeface="+mn-lt"/>
              </a:rPr>
              <a:t>Easy access to different management sections</a:t>
            </a:r>
            <a:endParaRPr lang="en-US" sz="1800">
              <a:latin typeface="Times New Roman"/>
              <a:cs typeface="Times New Roman"/>
            </a:endParaRPr>
          </a:p>
          <a:p>
            <a:pPr>
              <a:lnSpc>
                <a:spcPct val="100000"/>
              </a:lnSpc>
              <a:buFont typeface="Courier New" panose="020B0604020202020204" pitchFamily="34" charset="0"/>
              <a:buChar char="o"/>
            </a:pPr>
            <a:r>
              <a:rPr lang="en-US" sz="1800" dirty="0">
                <a:latin typeface="Times New Roman"/>
                <a:ea typeface="+mn-lt"/>
                <a:cs typeface="+mn-lt"/>
              </a:rPr>
              <a:t>Add Student Data </a:t>
            </a:r>
            <a:endParaRPr lang="en-US" sz="1800">
              <a:latin typeface="Times New Roman"/>
              <a:cs typeface="Times New Roman"/>
            </a:endParaRPr>
          </a:p>
          <a:p>
            <a:pPr>
              <a:lnSpc>
                <a:spcPct val="100000"/>
              </a:lnSpc>
              <a:buFont typeface="Courier New" panose="020B0604020202020204" pitchFamily="34" charset="0"/>
              <a:buChar char="o"/>
            </a:pPr>
            <a:r>
              <a:rPr lang="en-US" sz="1800" dirty="0">
                <a:latin typeface="Times New Roman"/>
                <a:ea typeface="+mn-lt"/>
                <a:cs typeface="+mn-lt"/>
              </a:rPr>
              <a:t>Add Teacher Data </a:t>
            </a:r>
            <a:endParaRPr lang="en-US" sz="1800" dirty="0"/>
          </a:p>
        </p:txBody>
      </p:sp>
      <p:pic>
        <p:nvPicPr>
          <p:cNvPr id="4" name="Picture 3" descr="A screenshot of a computer&#10;&#10;Description automatically generated">
            <a:extLst>
              <a:ext uri="{FF2B5EF4-FFF2-40B4-BE49-F238E27FC236}">
                <a16:creationId xmlns:a16="http://schemas.microsoft.com/office/drawing/2014/main" id="{6D25DD5F-4FF1-C7B2-3303-8658623FEEC5}"/>
              </a:ext>
            </a:extLst>
          </p:cNvPr>
          <p:cNvPicPr>
            <a:picLocks noChangeAspect="1"/>
          </p:cNvPicPr>
          <p:nvPr/>
        </p:nvPicPr>
        <p:blipFill>
          <a:blip r:embed="rId3"/>
          <a:stretch>
            <a:fillRect/>
          </a:stretch>
        </p:blipFill>
        <p:spPr>
          <a:xfrm>
            <a:off x="4898967" y="1233990"/>
            <a:ext cx="6921940" cy="4499261"/>
          </a:xfrm>
          <a:prstGeom prst="rect">
            <a:avLst/>
          </a:prstGeom>
        </p:spPr>
      </p:pic>
    </p:spTree>
    <p:extLst>
      <p:ext uri="{BB962C8B-B14F-4D97-AF65-F5344CB8AC3E}">
        <p14:creationId xmlns:p14="http://schemas.microsoft.com/office/powerpoint/2010/main" val="779411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4ECDE7A-6944-466D-8FFE-149A29BA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B3420082-9415-44EC-802E-C77D71D5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55A52C45-1FCB-4636-A80F-2849B8226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293F7CB-3ACE-2F24-3EA7-152AB8716DA0}"/>
              </a:ext>
            </a:extLst>
          </p:cNvPr>
          <p:cNvSpPr>
            <a:spLocks noGrp="1"/>
          </p:cNvSpPr>
          <p:nvPr>
            <p:ph type="title"/>
          </p:nvPr>
        </p:nvSpPr>
        <p:spPr>
          <a:xfrm>
            <a:off x="1115568" y="548640"/>
            <a:ext cx="10168128" cy="1179576"/>
          </a:xfrm>
        </p:spPr>
        <p:txBody>
          <a:bodyPr>
            <a:normAutofit/>
          </a:bodyPr>
          <a:lstStyle/>
          <a:p>
            <a:r>
              <a:rPr lang="en-US" dirty="0">
                <a:solidFill>
                  <a:schemeClr val="accent6"/>
                </a:solidFill>
                <a:latin typeface="Times New Roman"/>
                <a:cs typeface="Times New Roman"/>
              </a:rPr>
              <a:t>USER INTERFACE – ADD STUDENT </a:t>
            </a:r>
            <a:endParaRPr lang="en-US" dirty="0">
              <a:solidFill>
                <a:schemeClr val="accent6"/>
              </a:solidFill>
            </a:endParaRPr>
          </a:p>
        </p:txBody>
      </p:sp>
      <p:sp>
        <p:nvSpPr>
          <p:cNvPr id="15" name="Rectangle 14">
            <a:extLst>
              <a:ext uri="{FF2B5EF4-FFF2-40B4-BE49-F238E27FC236}">
                <a16:creationId xmlns:a16="http://schemas.microsoft.com/office/drawing/2014/main" id="{768EB4DD-3704-43AD-92B3-C4E0C6EA9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70799"/>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descr="A screenshot of a computer&#10;&#10;Description automatically generated">
            <a:extLst>
              <a:ext uri="{FF2B5EF4-FFF2-40B4-BE49-F238E27FC236}">
                <a16:creationId xmlns:a16="http://schemas.microsoft.com/office/drawing/2014/main" id="{A9E23F3C-3B10-9F95-2071-B7435E6748F6}"/>
              </a:ext>
            </a:extLst>
          </p:cNvPr>
          <p:cNvPicPr>
            <a:picLocks noChangeAspect="1"/>
          </p:cNvPicPr>
          <p:nvPr/>
        </p:nvPicPr>
        <p:blipFill rotWithShape="1">
          <a:blip r:embed="rId3"/>
          <a:srcRect r="2" b="4331"/>
          <a:stretch/>
        </p:blipFill>
        <p:spPr>
          <a:xfrm>
            <a:off x="908304" y="2478024"/>
            <a:ext cx="6009855" cy="3694176"/>
          </a:xfrm>
          <a:prstGeom prst="rect">
            <a:avLst/>
          </a:prstGeom>
        </p:spPr>
      </p:pic>
      <p:sp>
        <p:nvSpPr>
          <p:cNvPr id="3" name="Content Placeholder 2">
            <a:extLst>
              <a:ext uri="{FF2B5EF4-FFF2-40B4-BE49-F238E27FC236}">
                <a16:creationId xmlns:a16="http://schemas.microsoft.com/office/drawing/2014/main" id="{EA44FA22-7B15-69A2-EB15-0BCE8D9345B6}"/>
              </a:ext>
            </a:extLst>
          </p:cNvPr>
          <p:cNvSpPr>
            <a:spLocks noGrp="1"/>
          </p:cNvSpPr>
          <p:nvPr>
            <p:ph idx="1"/>
          </p:nvPr>
        </p:nvSpPr>
        <p:spPr>
          <a:xfrm>
            <a:off x="7411453" y="2478024"/>
            <a:ext cx="3872243" cy="3694176"/>
          </a:xfrm>
        </p:spPr>
        <p:txBody>
          <a:bodyPr vert="horz" lIns="91440" tIns="45720" rIns="91440" bIns="45720" rtlCol="0" anchor="ctr">
            <a:normAutofit/>
          </a:bodyPr>
          <a:lstStyle/>
          <a:p>
            <a:pPr marL="0" indent="0">
              <a:buNone/>
            </a:pPr>
            <a:r>
              <a:rPr lang="en-US" b="1" dirty="0">
                <a:solidFill>
                  <a:schemeClr val="accent4"/>
                </a:solidFill>
                <a:latin typeface="Times New Roman"/>
                <a:ea typeface="+mn-lt"/>
                <a:cs typeface="+mn-lt"/>
              </a:rPr>
              <a:t>Features</a:t>
            </a:r>
            <a:endParaRPr lang="en-US" b="1">
              <a:solidFill>
                <a:schemeClr val="accent4"/>
              </a:solidFill>
              <a:latin typeface="Times New Roman"/>
              <a:cs typeface="Times New Roman"/>
            </a:endParaRPr>
          </a:p>
          <a:p>
            <a:r>
              <a:rPr lang="en-US" dirty="0">
                <a:latin typeface="Times New Roman"/>
                <a:cs typeface="Times New Roman"/>
              </a:rPr>
              <a:t>Add Student Data </a:t>
            </a:r>
          </a:p>
          <a:p>
            <a:r>
              <a:rPr lang="en-US" dirty="0">
                <a:latin typeface="Times New Roman"/>
                <a:cs typeface="Times New Roman"/>
              </a:rPr>
              <a:t>Update Student Data </a:t>
            </a:r>
          </a:p>
          <a:p>
            <a:r>
              <a:rPr lang="en-US" dirty="0">
                <a:latin typeface="Times New Roman"/>
                <a:cs typeface="Times New Roman"/>
              </a:rPr>
              <a:t>Delete Student Data </a:t>
            </a:r>
          </a:p>
          <a:p>
            <a:r>
              <a:rPr lang="en-US" dirty="0">
                <a:latin typeface="Times New Roman"/>
                <a:cs typeface="Times New Roman"/>
              </a:rPr>
              <a:t>Clear Student Data </a:t>
            </a:r>
          </a:p>
          <a:p>
            <a:endParaRPr lang="en-US" sz="1800"/>
          </a:p>
        </p:txBody>
      </p:sp>
    </p:spTree>
    <p:extLst>
      <p:ext uri="{BB962C8B-B14F-4D97-AF65-F5344CB8AC3E}">
        <p14:creationId xmlns:p14="http://schemas.microsoft.com/office/powerpoint/2010/main" val="520813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4ECDE7A-6944-466D-8FFE-149A29BA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B3420082-9415-44EC-802E-C77D71D5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55A52C45-1FCB-4636-A80F-2849B8226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06DD7CE-32FE-C619-5160-8303AAF678E0}"/>
              </a:ext>
            </a:extLst>
          </p:cNvPr>
          <p:cNvSpPr>
            <a:spLocks noGrp="1"/>
          </p:cNvSpPr>
          <p:nvPr>
            <p:ph type="title"/>
          </p:nvPr>
        </p:nvSpPr>
        <p:spPr>
          <a:xfrm>
            <a:off x="1115568" y="548640"/>
            <a:ext cx="10168128" cy="1179576"/>
          </a:xfrm>
        </p:spPr>
        <p:txBody>
          <a:bodyPr>
            <a:normAutofit/>
          </a:bodyPr>
          <a:lstStyle/>
          <a:p>
            <a:r>
              <a:rPr lang="en-US" dirty="0">
                <a:solidFill>
                  <a:schemeClr val="accent6"/>
                </a:solidFill>
                <a:latin typeface="Times New Roman"/>
                <a:cs typeface="Times New Roman"/>
              </a:rPr>
              <a:t>USER INTERFACE – ADD TEACHER</a:t>
            </a:r>
            <a:endParaRPr lang="en-US" dirty="0">
              <a:solidFill>
                <a:schemeClr val="accent6"/>
              </a:solidFill>
            </a:endParaRPr>
          </a:p>
        </p:txBody>
      </p:sp>
      <p:sp>
        <p:nvSpPr>
          <p:cNvPr id="15" name="Rectangle 14">
            <a:extLst>
              <a:ext uri="{FF2B5EF4-FFF2-40B4-BE49-F238E27FC236}">
                <a16:creationId xmlns:a16="http://schemas.microsoft.com/office/drawing/2014/main" id="{768EB4DD-3704-43AD-92B3-C4E0C6EA9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70799"/>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descr="A screenshot of a computer&#10;&#10;Description automatically generated">
            <a:extLst>
              <a:ext uri="{FF2B5EF4-FFF2-40B4-BE49-F238E27FC236}">
                <a16:creationId xmlns:a16="http://schemas.microsoft.com/office/drawing/2014/main" id="{F6663278-5403-FB9B-79B8-9CE0A5882BA3}"/>
              </a:ext>
            </a:extLst>
          </p:cNvPr>
          <p:cNvPicPr>
            <a:picLocks noChangeAspect="1"/>
          </p:cNvPicPr>
          <p:nvPr/>
        </p:nvPicPr>
        <p:blipFill rotWithShape="1">
          <a:blip r:embed="rId3"/>
          <a:srcRect t="2236" r="2" b="2834"/>
          <a:stretch/>
        </p:blipFill>
        <p:spPr>
          <a:xfrm>
            <a:off x="908304" y="2478024"/>
            <a:ext cx="6009855" cy="3694176"/>
          </a:xfrm>
          <a:prstGeom prst="rect">
            <a:avLst/>
          </a:prstGeom>
        </p:spPr>
      </p:pic>
      <p:sp>
        <p:nvSpPr>
          <p:cNvPr id="3" name="Content Placeholder 2">
            <a:extLst>
              <a:ext uri="{FF2B5EF4-FFF2-40B4-BE49-F238E27FC236}">
                <a16:creationId xmlns:a16="http://schemas.microsoft.com/office/drawing/2014/main" id="{CF892123-8406-55B0-5924-B0BDE4408D83}"/>
              </a:ext>
            </a:extLst>
          </p:cNvPr>
          <p:cNvSpPr>
            <a:spLocks noGrp="1"/>
          </p:cNvSpPr>
          <p:nvPr>
            <p:ph idx="1"/>
          </p:nvPr>
        </p:nvSpPr>
        <p:spPr>
          <a:xfrm>
            <a:off x="7411453" y="2478024"/>
            <a:ext cx="3872243" cy="3694176"/>
          </a:xfrm>
        </p:spPr>
        <p:txBody>
          <a:bodyPr vert="horz" lIns="91440" tIns="45720" rIns="91440" bIns="45720" rtlCol="0" anchor="ctr">
            <a:normAutofit/>
          </a:bodyPr>
          <a:lstStyle/>
          <a:p>
            <a:pPr marL="0" indent="0">
              <a:buNone/>
            </a:pPr>
            <a:r>
              <a:rPr lang="en-US" sz="1800" b="1" dirty="0">
                <a:solidFill>
                  <a:schemeClr val="accent4"/>
                </a:solidFill>
                <a:latin typeface="Arial"/>
                <a:cs typeface="Arial"/>
              </a:rPr>
              <a:t>Features</a:t>
            </a:r>
            <a:endParaRPr lang="en-US" sz="1800" b="1" dirty="0">
              <a:solidFill>
                <a:schemeClr val="accent4"/>
              </a:solidFill>
            </a:endParaRPr>
          </a:p>
          <a:p>
            <a:r>
              <a:rPr lang="en-US" dirty="0">
                <a:latin typeface="Times New Roman"/>
                <a:cs typeface="Arial"/>
              </a:rPr>
              <a:t>Add Teacher Data </a:t>
            </a:r>
          </a:p>
          <a:p>
            <a:r>
              <a:rPr lang="en-US" dirty="0">
                <a:latin typeface="Times New Roman"/>
                <a:cs typeface="Arial"/>
              </a:rPr>
              <a:t>Update Teacher Data </a:t>
            </a:r>
          </a:p>
          <a:p>
            <a:r>
              <a:rPr lang="en-US" dirty="0">
                <a:latin typeface="Times New Roman"/>
                <a:cs typeface="Arial"/>
              </a:rPr>
              <a:t>Delete Teacher Data </a:t>
            </a:r>
          </a:p>
          <a:p>
            <a:r>
              <a:rPr lang="en-US" dirty="0">
                <a:latin typeface="Times New Roman"/>
                <a:cs typeface="Arial"/>
              </a:rPr>
              <a:t>Clear Teacher Data </a:t>
            </a:r>
          </a:p>
          <a:p>
            <a:endParaRPr lang="en-US" sz="1800"/>
          </a:p>
        </p:txBody>
      </p:sp>
    </p:spTree>
    <p:extLst>
      <p:ext uri="{BB962C8B-B14F-4D97-AF65-F5344CB8AC3E}">
        <p14:creationId xmlns:p14="http://schemas.microsoft.com/office/powerpoint/2010/main" val="2485652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039C6-31ED-CC9E-0918-849E936389BB}"/>
              </a:ext>
            </a:extLst>
          </p:cNvPr>
          <p:cNvSpPr>
            <a:spLocks noGrp="1"/>
          </p:cNvSpPr>
          <p:nvPr>
            <p:ph type="title"/>
          </p:nvPr>
        </p:nvSpPr>
        <p:spPr/>
        <p:txBody>
          <a:bodyPr/>
          <a:lstStyle/>
          <a:p>
            <a:pPr algn="ctr"/>
            <a:r>
              <a:rPr lang="en-US" sz="4400" b="0" dirty="0">
                <a:solidFill>
                  <a:schemeClr val="accent6"/>
                </a:solidFill>
                <a:latin typeface="Times New Roman"/>
                <a:cs typeface="Times New Roman"/>
              </a:rPr>
              <a:t>Features</a:t>
            </a:r>
            <a:endParaRPr lang="en-US" dirty="0">
              <a:solidFill>
                <a:schemeClr val="accent6"/>
              </a:solidFill>
            </a:endParaRPr>
          </a:p>
        </p:txBody>
      </p:sp>
      <p:sp>
        <p:nvSpPr>
          <p:cNvPr id="3" name="Content Placeholder 2">
            <a:extLst>
              <a:ext uri="{FF2B5EF4-FFF2-40B4-BE49-F238E27FC236}">
                <a16:creationId xmlns:a16="http://schemas.microsoft.com/office/drawing/2014/main" id="{008237B0-3B00-081C-8A98-82549787F037}"/>
              </a:ext>
            </a:extLst>
          </p:cNvPr>
          <p:cNvSpPr>
            <a:spLocks noGrp="1"/>
          </p:cNvSpPr>
          <p:nvPr>
            <p:ph idx="1"/>
          </p:nvPr>
        </p:nvSpPr>
        <p:spPr>
          <a:xfrm>
            <a:off x="1115568" y="2478024"/>
            <a:ext cx="10168128" cy="4017765"/>
          </a:xfrm>
        </p:spPr>
        <p:txBody>
          <a:bodyPr vert="horz" lIns="91440" tIns="45720" rIns="91440" bIns="45720" rtlCol="0" anchor="t">
            <a:normAutofit/>
          </a:bodyPr>
          <a:lstStyle/>
          <a:p>
            <a:r>
              <a:rPr lang="en-US" sz="2800" dirty="0">
                <a:latin typeface="Times New Roman"/>
                <a:cs typeface="Times New Roman"/>
              </a:rPr>
              <a:t>User Authentication: Secure and reliable login system.</a:t>
            </a:r>
            <a:endParaRPr lang="en-US" dirty="0">
              <a:latin typeface="Times New Roman"/>
              <a:cs typeface="Times New Roman"/>
            </a:endParaRPr>
          </a:p>
          <a:p>
            <a:r>
              <a:rPr lang="en-US" sz="2800" dirty="0">
                <a:latin typeface="Times New Roman"/>
                <a:cs typeface="Times New Roman"/>
              </a:rPr>
              <a:t>Dashboards: Comprehensive overview for administrators.</a:t>
            </a:r>
            <a:endParaRPr lang="en-US" dirty="0">
              <a:latin typeface="Times New Roman"/>
              <a:cs typeface="Times New Roman"/>
            </a:endParaRPr>
          </a:p>
          <a:p>
            <a:r>
              <a:rPr lang="en-US" sz="2800" dirty="0">
                <a:latin typeface="Times New Roman"/>
                <a:cs typeface="Times New Roman"/>
              </a:rPr>
              <a:t>Student Management: Add, clear, update, and delete student records.</a:t>
            </a:r>
            <a:endParaRPr lang="en-US" dirty="0">
              <a:latin typeface="Times New Roman"/>
              <a:cs typeface="Times New Roman"/>
            </a:endParaRPr>
          </a:p>
          <a:p>
            <a:r>
              <a:rPr lang="en-US" sz="2800" dirty="0">
                <a:latin typeface="Times New Roman"/>
                <a:cs typeface="Times New Roman"/>
              </a:rPr>
              <a:t>Teacher Management: Add, </a:t>
            </a:r>
            <a:r>
              <a:rPr lang="en-US" dirty="0">
                <a:latin typeface="Times New Roman"/>
                <a:cs typeface="Times New Roman"/>
              </a:rPr>
              <a:t>update</a:t>
            </a:r>
            <a:r>
              <a:rPr lang="en-US" sz="2800" dirty="0">
                <a:latin typeface="Times New Roman"/>
                <a:cs typeface="Times New Roman"/>
              </a:rPr>
              <a:t>, clear  and delete teacher records.</a:t>
            </a:r>
            <a:endParaRPr lang="en-US" dirty="0">
              <a:latin typeface="Times New Roman"/>
              <a:cs typeface="Times New Roman"/>
            </a:endParaRPr>
          </a:p>
          <a:p>
            <a:r>
              <a:rPr lang="en-US" sz="2800" dirty="0">
                <a:latin typeface="Times New Roman"/>
                <a:cs typeface="Times New Roman"/>
              </a:rPr>
              <a:t>Data Integrity: Ensures accuracy and reliability of data.</a:t>
            </a:r>
            <a:endParaRPr lang="en-US" dirty="0">
              <a:latin typeface="Times New Roman"/>
              <a:cs typeface="Times New Roman"/>
            </a:endParaRPr>
          </a:p>
          <a:p>
            <a:r>
              <a:rPr lang="en-US" sz="2800" dirty="0">
                <a:latin typeface="Times New Roman"/>
                <a:cs typeface="Times New Roman"/>
              </a:rPr>
              <a:t>Security Measures: Robust protection for sensitive information</a:t>
            </a:r>
            <a:r>
              <a:rPr lang="en-US" sz="2800" dirty="0">
                <a:latin typeface="Times New Roman"/>
                <a:ea typeface="+mn-lt"/>
                <a:cs typeface="+mn-lt"/>
              </a:rPr>
              <a:t>.</a:t>
            </a:r>
            <a:endParaRPr lang="en-US" dirty="0">
              <a:latin typeface="Times New Roman"/>
            </a:endParaRPr>
          </a:p>
          <a:p>
            <a:endParaRPr lang="en-US" dirty="0"/>
          </a:p>
        </p:txBody>
      </p:sp>
    </p:spTree>
    <p:extLst>
      <p:ext uri="{BB962C8B-B14F-4D97-AF65-F5344CB8AC3E}">
        <p14:creationId xmlns:p14="http://schemas.microsoft.com/office/powerpoint/2010/main" val="15002358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FDED2-75AD-5C08-BE24-3CF366F20C18}"/>
              </a:ext>
            </a:extLst>
          </p:cNvPr>
          <p:cNvSpPr>
            <a:spLocks noGrp="1"/>
          </p:cNvSpPr>
          <p:nvPr>
            <p:ph type="title"/>
          </p:nvPr>
        </p:nvSpPr>
        <p:spPr/>
        <p:txBody>
          <a:bodyPr/>
          <a:lstStyle/>
          <a:p>
            <a:pPr algn="ctr"/>
            <a:r>
              <a:rPr lang="en-US" sz="4400" dirty="0">
                <a:solidFill>
                  <a:schemeClr val="accent6"/>
                </a:solidFill>
                <a:latin typeface="Times New Roman"/>
                <a:ea typeface="+mj-lt"/>
                <a:cs typeface="+mj-lt"/>
              </a:rPr>
              <a:t>Demo</a:t>
            </a:r>
            <a:endParaRPr lang="en-US" dirty="0">
              <a:solidFill>
                <a:schemeClr val="accent6"/>
              </a:solidFill>
              <a:latin typeface="Times New Roman"/>
              <a:cs typeface="Times New Roman"/>
            </a:endParaRPr>
          </a:p>
        </p:txBody>
      </p:sp>
      <p:sp>
        <p:nvSpPr>
          <p:cNvPr id="3" name="Content Placeholder 2">
            <a:extLst>
              <a:ext uri="{FF2B5EF4-FFF2-40B4-BE49-F238E27FC236}">
                <a16:creationId xmlns:a16="http://schemas.microsoft.com/office/drawing/2014/main" id="{BE088BAB-2894-5B21-8E92-A511C28BD9CE}"/>
              </a:ext>
            </a:extLst>
          </p:cNvPr>
          <p:cNvSpPr>
            <a:spLocks noGrp="1"/>
          </p:cNvSpPr>
          <p:nvPr>
            <p:ph idx="1"/>
          </p:nvPr>
        </p:nvSpPr>
        <p:spPr/>
        <p:txBody>
          <a:bodyPr vert="horz" lIns="91440" tIns="45720" rIns="91440" bIns="45720" rtlCol="0" anchor="t">
            <a:normAutofit/>
          </a:bodyPr>
          <a:lstStyle/>
          <a:p>
            <a:r>
              <a:rPr lang="en-US" sz="2000" dirty="0">
                <a:latin typeface="Times New Roman"/>
                <a:cs typeface="Times New Roman"/>
              </a:rPr>
              <a:t>Live demonstration of the system's key functionalities:</a:t>
            </a:r>
          </a:p>
          <a:p>
            <a:r>
              <a:rPr lang="en-US" sz="2000" dirty="0">
                <a:latin typeface="Times New Roman"/>
                <a:cs typeface="Times New Roman"/>
              </a:rPr>
              <a:t>Logging in as an administrator</a:t>
            </a:r>
          </a:p>
          <a:p>
            <a:r>
              <a:rPr lang="en-US" sz="2000" dirty="0">
                <a:latin typeface="Times New Roman"/>
                <a:cs typeface="Times New Roman"/>
              </a:rPr>
              <a:t>Navigating the dashboard</a:t>
            </a:r>
          </a:p>
          <a:p>
            <a:r>
              <a:rPr lang="en-US" sz="2000" dirty="0">
                <a:latin typeface="Times New Roman"/>
                <a:cs typeface="Times New Roman"/>
              </a:rPr>
              <a:t>Adding a new student record</a:t>
            </a:r>
          </a:p>
          <a:p>
            <a:r>
              <a:rPr lang="en-US" sz="2000" dirty="0">
                <a:latin typeface="Times New Roman"/>
                <a:cs typeface="Times New Roman"/>
              </a:rPr>
              <a:t>Updating a teacher's information</a:t>
            </a:r>
          </a:p>
          <a:p>
            <a:r>
              <a:rPr lang="en-US" sz="2000" dirty="0">
                <a:latin typeface="Times New Roman"/>
                <a:cs typeface="Times New Roman"/>
              </a:rPr>
              <a:t>Viewing real-time data updates</a:t>
            </a:r>
            <a:endParaRPr lang="en-US" sz="2000">
              <a:latin typeface="Neue Haas Grotesk Text Pro"/>
              <a:cs typeface="Times New Roman"/>
            </a:endParaRPr>
          </a:p>
          <a:p>
            <a:endParaRPr lang="en-US" dirty="0"/>
          </a:p>
        </p:txBody>
      </p:sp>
    </p:spTree>
    <p:extLst>
      <p:ext uri="{BB962C8B-B14F-4D97-AF65-F5344CB8AC3E}">
        <p14:creationId xmlns:p14="http://schemas.microsoft.com/office/powerpoint/2010/main" val="2260656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68140-E4A9-E392-93D7-B274BFD11F4F}"/>
              </a:ext>
            </a:extLst>
          </p:cNvPr>
          <p:cNvSpPr>
            <a:spLocks noGrp="1"/>
          </p:cNvSpPr>
          <p:nvPr>
            <p:ph type="title"/>
          </p:nvPr>
        </p:nvSpPr>
        <p:spPr/>
        <p:txBody>
          <a:bodyPr/>
          <a:lstStyle/>
          <a:p>
            <a:pPr algn="ctr"/>
            <a:r>
              <a:rPr lang="en-US" sz="4400" b="0" dirty="0">
                <a:solidFill>
                  <a:schemeClr val="accent6"/>
                </a:solidFill>
                <a:latin typeface="Times New Roman"/>
                <a:ea typeface="+mj-lt"/>
                <a:cs typeface="+mj-lt"/>
              </a:rPr>
              <a:t>Future Development</a:t>
            </a:r>
            <a:endParaRPr lang="en-US" dirty="0">
              <a:solidFill>
                <a:schemeClr val="accent6"/>
              </a:solidFill>
              <a:latin typeface="Times New Roman"/>
            </a:endParaRPr>
          </a:p>
        </p:txBody>
      </p:sp>
      <p:sp>
        <p:nvSpPr>
          <p:cNvPr id="3" name="Content Placeholder 2">
            <a:extLst>
              <a:ext uri="{FF2B5EF4-FFF2-40B4-BE49-F238E27FC236}">
                <a16:creationId xmlns:a16="http://schemas.microsoft.com/office/drawing/2014/main" id="{87066426-B532-C0D1-90F6-FEAD6A811358}"/>
              </a:ext>
            </a:extLst>
          </p:cNvPr>
          <p:cNvSpPr>
            <a:spLocks noGrp="1"/>
          </p:cNvSpPr>
          <p:nvPr>
            <p:ph idx="1"/>
          </p:nvPr>
        </p:nvSpPr>
        <p:spPr/>
        <p:txBody>
          <a:bodyPr vert="horz" lIns="91440" tIns="45720" rIns="91440" bIns="45720" rtlCol="0" anchor="t">
            <a:normAutofit/>
          </a:bodyPr>
          <a:lstStyle/>
          <a:p>
            <a:pPr>
              <a:buFont typeface="Wingdings" panose="020B0604020202020204" pitchFamily="34" charset="0"/>
              <a:buChar char="ü"/>
            </a:pPr>
            <a:r>
              <a:rPr lang="en-US" dirty="0">
                <a:latin typeface="Times New Roman"/>
                <a:cs typeface="Times New Roman"/>
              </a:rPr>
              <a:t>Scalability</a:t>
            </a:r>
            <a:r>
              <a:rPr lang="en-US" dirty="0">
                <a:latin typeface="Times New Roman"/>
                <a:ea typeface="+mn-lt"/>
                <a:cs typeface="+mn-lt"/>
              </a:rPr>
              <a:t>: Enhancing the system to support larger schools.</a:t>
            </a:r>
            <a:endParaRPr lang="en-US" dirty="0">
              <a:latin typeface="Times New Roman"/>
              <a:cs typeface="Times New Roman"/>
            </a:endParaRPr>
          </a:p>
          <a:p>
            <a:pPr>
              <a:buFont typeface="Wingdings" panose="020B0604020202020204" pitchFamily="34" charset="0"/>
              <a:buChar char="ü"/>
            </a:pPr>
            <a:r>
              <a:rPr lang="en-US" dirty="0">
                <a:latin typeface="Times New Roman"/>
                <a:cs typeface="Times New Roman"/>
              </a:rPr>
              <a:t>Advanced</a:t>
            </a:r>
            <a:r>
              <a:rPr lang="en-US" dirty="0">
                <a:latin typeface="Times New Roman"/>
                <a:ea typeface="+mn-lt"/>
                <a:cs typeface="+mn-lt"/>
              </a:rPr>
              <a:t> Analytics: Integrating advanced reporting and data analysis tools.</a:t>
            </a:r>
            <a:endParaRPr lang="en-US" dirty="0">
              <a:latin typeface="Times New Roman"/>
              <a:cs typeface="Times New Roman"/>
            </a:endParaRPr>
          </a:p>
          <a:p>
            <a:pPr>
              <a:buFont typeface="Wingdings" panose="020B0604020202020204" pitchFamily="34" charset="0"/>
              <a:buChar char="ü"/>
            </a:pPr>
            <a:r>
              <a:rPr lang="en-US" dirty="0">
                <a:latin typeface="Times New Roman"/>
                <a:cs typeface="Times New Roman"/>
              </a:rPr>
              <a:t>New</a:t>
            </a:r>
            <a:r>
              <a:rPr lang="en-US" dirty="0">
                <a:latin typeface="Times New Roman"/>
                <a:ea typeface="+mn-lt"/>
                <a:cs typeface="+mn-lt"/>
              </a:rPr>
              <a:t> Features: Attendance tracking, Performance evaluations and Parent-teacher communication tools </a:t>
            </a:r>
            <a:endParaRPr lang="en-US" dirty="0">
              <a:latin typeface="Times New Roman"/>
              <a:cs typeface="Times New Roman"/>
            </a:endParaRPr>
          </a:p>
          <a:p>
            <a:pPr>
              <a:buFont typeface="Wingdings" panose="020B0604020202020204" pitchFamily="34" charset="0"/>
              <a:buChar char="ü"/>
            </a:pPr>
            <a:r>
              <a:rPr lang="en-US" dirty="0">
                <a:latin typeface="Times New Roman"/>
                <a:cs typeface="Times New Roman"/>
              </a:rPr>
              <a:t>Ongoing</a:t>
            </a:r>
            <a:r>
              <a:rPr lang="en-US" dirty="0">
                <a:latin typeface="Times New Roman"/>
                <a:ea typeface="+mn-lt"/>
                <a:cs typeface="+mn-lt"/>
              </a:rPr>
              <a:t> Maintenance: Regular updates and improvements based on user feedback.</a:t>
            </a:r>
            <a:endParaRPr lang="en-US" dirty="0">
              <a:latin typeface="Times New Roman"/>
            </a:endParaRPr>
          </a:p>
          <a:p>
            <a:pPr>
              <a:buFont typeface="Wingdings" panose="020B0604020202020204" pitchFamily="34" charset="0"/>
              <a:buChar char="ü"/>
            </a:pPr>
            <a:endParaRPr lang="en-US" dirty="0"/>
          </a:p>
        </p:txBody>
      </p:sp>
    </p:spTree>
    <p:extLst>
      <p:ext uri="{BB962C8B-B14F-4D97-AF65-F5344CB8AC3E}">
        <p14:creationId xmlns:p14="http://schemas.microsoft.com/office/powerpoint/2010/main" val="439251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68822-CDB8-4911-346C-945433A117DE}"/>
              </a:ext>
            </a:extLst>
          </p:cNvPr>
          <p:cNvSpPr>
            <a:spLocks noGrp="1"/>
          </p:cNvSpPr>
          <p:nvPr>
            <p:ph type="title"/>
          </p:nvPr>
        </p:nvSpPr>
        <p:spPr/>
        <p:txBody>
          <a:bodyPr/>
          <a:lstStyle/>
          <a:p>
            <a:pPr algn="ctr"/>
            <a:r>
              <a:rPr lang="en-US" dirty="0">
                <a:solidFill>
                  <a:schemeClr val="accent6"/>
                </a:solidFill>
              </a:rPr>
              <a:t>THANK YOU</a:t>
            </a:r>
            <a:endParaRPr lang="en-US"/>
          </a:p>
        </p:txBody>
      </p:sp>
    </p:spTree>
    <p:extLst>
      <p:ext uri="{BB962C8B-B14F-4D97-AF65-F5344CB8AC3E}">
        <p14:creationId xmlns:p14="http://schemas.microsoft.com/office/powerpoint/2010/main" val="1624912078"/>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AccentBoxVTI</vt:lpstr>
      <vt:lpstr>SCHOOL MANAGEMENT SYSTEM </vt:lpstr>
      <vt:lpstr>INTRODUTION </vt:lpstr>
      <vt:lpstr>PROBLEM</vt:lpstr>
      <vt:lpstr>SOLUTION</vt:lpstr>
      <vt:lpstr>Project Overview</vt:lpstr>
      <vt:lpstr> User Interface - Opening</vt:lpstr>
      <vt:lpstr>User Interface (Login)</vt:lpstr>
      <vt:lpstr>User Interface - Dashboard</vt:lpstr>
      <vt:lpstr>USER INTERFACE – ADD STUDENT </vt:lpstr>
      <vt:lpstr>USER INTERFACE – ADD TEACHER</vt:lpstr>
      <vt:lpstr>Features</vt:lpstr>
      <vt:lpstr>Demo</vt:lpstr>
      <vt:lpstr>Future Development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1289</cp:revision>
  <dcterms:created xsi:type="dcterms:W3CDTF">2023-07-30T09:57:13Z</dcterms:created>
  <dcterms:modified xsi:type="dcterms:W3CDTF">2024-06-10T18:40:53Z</dcterms:modified>
</cp:coreProperties>
</file>